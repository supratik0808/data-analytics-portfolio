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16256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1" i="0">
                <a:solidFill>
                  <a:srgbClr val="FAFAF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5C726F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1115"/>
              </a:lnSpc>
            </a:pPr>
            <a:fld id="{81D60167-4931-47E6-BA6A-407CBD079E47}" type="slidenum">
              <a:rPr spc="-434" dirty="0"/>
              <a:t>‹#›</a:t>
            </a:fld>
            <a:endParaRPr spc="-434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16256000" y="9144000"/>
                </a:moveTo>
                <a:lnTo>
                  <a:pt x="0" y="9144000"/>
                </a:lnTo>
                <a:lnTo>
                  <a:pt x="0" y="0"/>
                </a:lnTo>
                <a:lnTo>
                  <a:pt x="16256000" y="0"/>
                </a:lnTo>
                <a:lnTo>
                  <a:pt x="16256000" y="9144000"/>
                </a:lnTo>
                <a:close/>
              </a:path>
            </a:pathLst>
          </a:custGeom>
          <a:solidFill>
            <a:srgbClr val="0A3C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1" i="0">
                <a:solidFill>
                  <a:srgbClr val="FAFAF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5C726F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1115"/>
              </a:lnSpc>
            </a:pPr>
            <a:fld id="{81D60167-4931-47E6-BA6A-407CBD079E47}" type="slidenum">
              <a:rPr spc="-434" dirty="0"/>
              <a:t>‹#›</a:t>
            </a:fld>
            <a:endParaRPr spc="-434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1" i="0">
                <a:solidFill>
                  <a:srgbClr val="FAFAF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5C726F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1115"/>
              </a:lnSpc>
            </a:pPr>
            <a:fld id="{81D60167-4931-47E6-BA6A-407CBD079E47}" type="slidenum">
              <a:rPr spc="-434" dirty="0"/>
              <a:t>‹#›</a:t>
            </a:fld>
            <a:endParaRPr spc="-434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1" i="0">
                <a:solidFill>
                  <a:srgbClr val="FAFAF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5C726F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1115"/>
              </a:lnSpc>
            </a:pPr>
            <a:fld id="{81D60167-4931-47E6-BA6A-407CBD079E47}" type="slidenum">
              <a:rPr spc="-434" dirty="0"/>
              <a:t>‹#›</a:t>
            </a:fld>
            <a:endParaRPr spc="-434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5C726F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1115"/>
              </a:lnSpc>
            </a:pPr>
            <a:fld id="{81D60167-4931-47E6-BA6A-407CBD079E47}" type="slidenum">
              <a:rPr spc="-434" dirty="0"/>
              <a:t>‹#›</a:t>
            </a:fld>
            <a:endParaRPr spc="-434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16256000" y="9144000"/>
                </a:moveTo>
                <a:lnTo>
                  <a:pt x="0" y="9144000"/>
                </a:lnTo>
                <a:lnTo>
                  <a:pt x="0" y="0"/>
                </a:lnTo>
                <a:lnTo>
                  <a:pt x="16256000" y="0"/>
                </a:lnTo>
                <a:lnTo>
                  <a:pt x="16256000" y="9144000"/>
                </a:lnTo>
                <a:close/>
              </a:path>
            </a:pathLst>
          </a:custGeom>
          <a:solidFill>
            <a:srgbClr val="FAFA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4084320" cy="9144635"/>
          </a:xfrm>
          <a:custGeom>
            <a:avLst/>
            <a:gdLst/>
            <a:ahLst/>
            <a:cxnLst/>
            <a:rect l="l" t="t" r="r" b="b"/>
            <a:pathLst>
              <a:path w="4084320" h="9144635">
                <a:moveTo>
                  <a:pt x="4084320" y="9144127"/>
                </a:moveTo>
                <a:lnTo>
                  <a:pt x="0" y="9144127"/>
                </a:lnTo>
                <a:lnTo>
                  <a:pt x="0" y="0"/>
                </a:lnTo>
                <a:lnTo>
                  <a:pt x="4084320" y="0"/>
                </a:lnTo>
                <a:lnTo>
                  <a:pt x="4084320" y="9144127"/>
                </a:lnTo>
                <a:close/>
              </a:path>
            </a:pathLst>
          </a:custGeom>
          <a:solidFill>
            <a:srgbClr val="0A3C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8200" y="1030528"/>
            <a:ext cx="10304780" cy="6815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1" i="0">
                <a:solidFill>
                  <a:srgbClr val="FAFAF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0"/>
            <a:ext cx="146304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5582900" y="8828481"/>
            <a:ext cx="224155" cy="142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5C726F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ts val="1115"/>
              </a:lnSpc>
            </a:pPr>
            <a:fld id="{81D60167-4931-47E6-BA6A-407CBD079E47}" type="slidenum">
              <a:rPr spc="-434" dirty="0"/>
              <a:t>‹#›</a:t>
            </a:fld>
            <a:endParaRPr spc="-434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19.png"/><Relationship Id="rId4" Type="http://schemas.openxmlformats.org/officeDocument/2006/relationships/image" Target="../media/image11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0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19.png"/><Relationship Id="rId4" Type="http://schemas.openxmlformats.org/officeDocument/2006/relationships/image" Target="../media/image11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9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8.png"/><Relationship Id="rId2" Type="http://schemas.openxmlformats.org/officeDocument/2006/relationships/image" Target="../media/image39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11" Type="http://schemas.openxmlformats.org/officeDocument/2006/relationships/image" Target="../media/image35.png"/><Relationship Id="rId5" Type="http://schemas.openxmlformats.org/officeDocument/2006/relationships/image" Target="../media/image42.png"/><Relationship Id="rId15" Type="http://schemas.openxmlformats.org/officeDocument/2006/relationships/image" Target="../media/image50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3.png"/><Relationship Id="rId7" Type="http://schemas.openxmlformats.org/officeDocument/2006/relationships/image" Target="../media/image5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4.png"/><Relationship Id="rId11" Type="http://schemas.openxmlformats.org/officeDocument/2006/relationships/image" Target="../media/image51.png"/><Relationship Id="rId5" Type="http://schemas.openxmlformats.org/officeDocument/2006/relationships/image" Target="../media/image44.png"/><Relationship Id="rId10" Type="http://schemas.openxmlformats.org/officeDocument/2006/relationships/image" Target="../media/image50.png"/><Relationship Id="rId4" Type="http://schemas.openxmlformats.org/officeDocument/2006/relationships/image" Target="../media/image43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19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1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68.png"/><Relationship Id="rId7" Type="http://schemas.openxmlformats.org/officeDocument/2006/relationships/image" Target="../media/image33.png"/><Relationship Id="rId12" Type="http://schemas.openxmlformats.org/officeDocument/2006/relationships/image" Target="../media/image75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11" Type="http://schemas.openxmlformats.org/officeDocument/2006/relationships/image" Target="../media/image74.png"/><Relationship Id="rId5" Type="http://schemas.openxmlformats.org/officeDocument/2006/relationships/image" Target="../media/image70.png"/><Relationship Id="rId10" Type="http://schemas.openxmlformats.org/officeDocument/2006/relationships/image" Target="../media/image73.png"/><Relationship Id="rId4" Type="http://schemas.openxmlformats.org/officeDocument/2006/relationships/image" Target="../media/image69.png"/><Relationship Id="rId9" Type="http://schemas.openxmlformats.org/officeDocument/2006/relationships/image" Target="../media/image7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75.png"/><Relationship Id="rId3" Type="http://schemas.openxmlformats.org/officeDocument/2006/relationships/image" Target="../media/image68.png"/><Relationship Id="rId7" Type="http://schemas.openxmlformats.org/officeDocument/2006/relationships/image" Target="../media/image33.png"/><Relationship Id="rId12" Type="http://schemas.openxmlformats.org/officeDocument/2006/relationships/image" Target="../media/image29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11" Type="http://schemas.openxmlformats.org/officeDocument/2006/relationships/image" Target="../media/image81.png"/><Relationship Id="rId5" Type="http://schemas.openxmlformats.org/officeDocument/2006/relationships/image" Target="../media/image77.png"/><Relationship Id="rId10" Type="http://schemas.openxmlformats.org/officeDocument/2006/relationships/image" Target="../media/image80.png"/><Relationship Id="rId4" Type="http://schemas.openxmlformats.org/officeDocument/2006/relationships/image" Target="../media/image69.png"/><Relationship Id="rId9" Type="http://schemas.openxmlformats.org/officeDocument/2006/relationships/image" Target="../media/image79.png"/><Relationship Id="rId14" Type="http://schemas.openxmlformats.org/officeDocument/2006/relationships/image" Target="../media/image7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89.png"/><Relationship Id="rId18" Type="http://schemas.openxmlformats.org/officeDocument/2006/relationships/image" Target="../media/image29.png"/><Relationship Id="rId3" Type="http://schemas.openxmlformats.org/officeDocument/2006/relationships/image" Target="../media/image68.png"/><Relationship Id="rId7" Type="http://schemas.openxmlformats.org/officeDocument/2006/relationships/image" Target="../media/image85.png"/><Relationship Id="rId12" Type="http://schemas.openxmlformats.org/officeDocument/2006/relationships/image" Target="../media/image62.png"/><Relationship Id="rId17" Type="http://schemas.openxmlformats.org/officeDocument/2006/relationships/image" Target="../media/image93.png"/><Relationship Id="rId2" Type="http://schemas.openxmlformats.org/officeDocument/2006/relationships/image" Target="../media/image67.png"/><Relationship Id="rId16" Type="http://schemas.openxmlformats.org/officeDocument/2006/relationships/image" Target="../media/image92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4.png"/><Relationship Id="rId11" Type="http://schemas.openxmlformats.org/officeDocument/2006/relationships/image" Target="../media/image61.png"/><Relationship Id="rId5" Type="http://schemas.openxmlformats.org/officeDocument/2006/relationships/image" Target="../media/image83.png"/><Relationship Id="rId15" Type="http://schemas.openxmlformats.org/officeDocument/2006/relationships/image" Target="../media/image91.png"/><Relationship Id="rId10" Type="http://schemas.openxmlformats.org/officeDocument/2006/relationships/image" Target="../media/image88.png"/><Relationship Id="rId19" Type="http://schemas.openxmlformats.org/officeDocument/2006/relationships/image" Target="../media/image1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29.png"/><Relationship Id="rId3" Type="http://schemas.openxmlformats.org/officeDocument/2006/relationships/image" Target="../media/image95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.png"/><Relationship Id="rId11" Type="http://schemas.openxmlformats.org/officeDocument/2006/relationships/image" Target="../media/image101.png"/><Relationship Id="rId5" Type="http://schemas.openxmlformats.org/officeDocument/2006/relationships/image" Target="../media/image61.png"/><Relationship Id="rId15" Type="http://schemas.openxmlformats.org/officeDocument/2006/relationships/image" Target="../media/image19.png"/><Relationship Id="rId10" Type="http://schemas.openxmlformats.org/officeDocument/2006/relationships/image" Target="../media/image100.png"/><Relationship Id="rId4" Type="http://schemas.openxmlformats.org/officeDocument/2006/relationships/image" Target="../media/image96.png"/><Relationship Id="rId9" Type="http://schemas.openxmlformats.org/officeDocument/2006/relationships/image" Target="../media/image99.png"/><Relationship Id="rId1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50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0" Type="http://schemas.openxmlformats.org/officeDocument/2006/relationships/image" Target="../media/image11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Relationship Id="rId1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5.png"/><Relationship Id="rId7" Type="http://schemas.openxmlformats.org/officeDocument/2006/relationships/image" Target="../media/image117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6.png"/><Relationship Id="rId5" Type="http://schemas.openxmlformats.org/officeDocument/2006/relationships/image" Target="../media/image106.png"/><Relationship Id="rId10" Type="http://schemas.openxmlformats.org/officeDocument/2006/relationships/image" Target="../media/image51.png"/><Relationship Id="rId4" Type="http://schemas.openxmlformats.org/officeDocument/2006/relationships/image" Target="../media/image105.png"/><Relationship Id="rId9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5" Type="http://schemas.openxmlformats.org/officeDocument/2006/relationships/image" Target="../media/image122.png"/><Relationship Id="rId10" Type="http://schemas.openxmlformats.org/officeDocument/2006/relationships/image" Target="../media/image127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118766" y="-12700"/>
            <a:ext cx="5150485" cy="4415155"/>
            <a:chOff x="11118766" y="-12700"/>
            <a:chExt cx="5150485" cy="4415155"/>
          </a:xfrm>
        </p:grpSpPr>
        <p:sp>
          <p:nvSpPr>
            <p:cNvPr id="3" name="object 3"/>
            <p:cNvSpPr/>
            <p:nvPr/>
          </p:nvSpPr>
          <p:spPr>
            <a:xfrm>
              <a:off x="11131466" y="0"/>
              <a:ext cx="5125085" cy="4389755"/>
            </a:xfrm>
            <a:custGeom>
              <a:avLst/>
              <a:gdLst/>
              <a:ahLst/>
              <a:cxnLst/>
              <a:rect l="l" t="t" r="r" b="b"/>
              <a:pathLst>
                <a:path w="5125084" h="4389755">
                  <a:moveTo>
                    <a:pt x="243013" y="0"/>
                  </a:moveTo>
                  <a:lnTo>
                    <a:pt x="214649" y="70184"/>
                  </a:lnTo>
                  <a:lnTo>
                    <a:pt x="198318" y="113082"/>
                  </a:lnTo>
                  <a:lnTo>
                    <a:pt x="182592" y="156275"/>
                  </a:lnTo>
                  <a:lnTo>
                    <a:pt x="167478" y="199757"/>
                  </a:lnTo>
                  <a:lnTo>
                    <a:pt x="152979" y="243524"/>
                  </a:lnTo>
                  <a:lnTo>
                    <a:pt x="139102" y="287570"/>
                  </a:lnTo>
                  <a:lnTo>
                    <a:pt x="125851" y="331890"/>
                  </a:lnTo>
                  <a:lnTo>
                    <a:pt x="113232" y="376480"/>
                  </a:lnTo>
                  <a:lnTo>
                    <a:pt x="101250" y="421333"/>
                  </a:lnTo>
                  <a:lnTo>
                    <a:pt x="89909" y="466444"/>
                  </a:lnTo>
                  <a:lnTo>
                    <a:pt x="79216" y="511809"/>
                  </a:lnTo>
                  <a:lnTo>
                    <a:pt x="69175" y="557422"/>
                  </a:lnTo>
                  <a:lnTo>
                    <a:pt x="59792" y="603279"/>
                  </a:lnTo>
                  <a:lnTo>
                    <a:pt x="51071" y="649373"/>
                  </a:lnTo>
                  <a:lnTo>
                    <a:pt x="43018" y="695700"/>
                  </a:lnTo>
                  <a:lnTo>
                    <a:pt x="35639" y="742254"/>
                  </a:lnTo>
                  <a:lnTo>
                    <a:pt x="28937" y="789030"/>
                  </a:lnTo>
                  <a:lnTo>
                    <a:pt x="22919" y="836024"/>
                  </a:lnTo>
                  <a:lnTo>
                    <a:pt x="17590" y="883230"/>
                  </a:lnTo>
                  <a:lnTo>
                    <a:pt x="12954" y="930643"/>
                  </a:lnTo>
                  <a:lnTo>
                    <a:pt x="9017" y="978257"/>
                  </a:lnTo>
                  <a:lnTo>
                    <a:pt x="5785" y="1026067"/>
                  </a:lnTo>
                  <a:lnTo>
                    <a:pt x="3261" y="1074069"/>
                  </a:lnTo>
                  <a:lnTo>
                    <a:pt x="1453" y="1122257"/>
                  </a:lnTo>
                  <a:lnTo>
                    <a:pt x="364" y="1170625"/>
                  </a:lnTo>
                  <a:lnTo>
                    <a:pt x="0" y="1219170"/>
                  </a:lnTo>
                  <a:lnTo>
                    <a:pt x="364" y="1267716"/>
                  </a:lnTo>
                  <a:lnTo>
                    <a:pt x="1453" y="1316087"/>
                  </a:lnTo>
                  <a:lnTo>
                    <a:pt x="3261" y="1364277"/>
                  </a:lnTo>
                  <a:lnTo>
                    <a:pt x="5785" y="1412280"/>
                  </a:lnTo>
                  <a:lnTo>
                    <a:pt x="9017" y="1460093"/>
                  </a:lnTo>
                  <a:lnTo>
                    <a:pt x="12954" y="1507709"/>
                  </a:lnTo>
                  <a:lnTo>
                    <a:pt x="17590" y="1555123"/>
                  </a:lnTo>
                  <a:lnTo>
                    <a:pt x="22919" y="1602331"/>
                  </a:lnTo>
                  <a:lnTo>
                    <a:pt x="28937" y="1649326"/>
                  </a:lnTo>
                  <a:lnTo>
                    <a:pt x="35639" y="1696105"/>
                  </a:lnTo>
                  <a:lnTo>
                    <a:pt x="43018" y="1742661"/>
                  </a:lnTo>
                  <a:lnTo>
                    <a:pt x="51071" y="1788990"/>
                  </a:lnTo>
                  <a:lnTo>
                    <a:pt x="59792" y="1835086"/>
                  </a:lnTo>
                  <a:lnTo>
                    <a:pt x="69175" y="1880944"/>
                  </a:lnTo>
                  <a:lnTo>
                    <a:pt x="79216" y="1926559"/>
                  </a:lnTo>
                  <a:lnTo>
                    <a:pt x="89909" y="1971926"/>
                  </a:lnTo>
                  <a:lnTo>
                    <a:pt x="101250" y="2017039"/>
                  </a:lnTo>
                  <a:lnTo>
                    <a:pt x="113232" y="2061894"/>
                  </a:lnTo>
                  <a:lnTo>
                    <a:pt x="125851" y="2106485"/>
                  </a:lnTo>
                  <a:lnTo>
                    <a:pt x="139102" y="2150807"/>
                  </a:lnTo>
                  <a:lnTo>
                    <a:pt x="152979" y="2194855"/>
                  </a:lnTo>
                  <a:lnTo>
                    <a:pt x="167478" y="2238623"/>
                  </a:lnTo>
                  <a:lnTo>
                    <a:pt x="182592" y="2282107"/>
                  </a:lnTo>
                  <a:lnTo>
                    <a:pt x="198318" y="2325302"/>
                  </a:lnTo>
                  <a:lnTo>
                    <a:pt x="214649" y="2368201"/>
                  </a:lnTo>
                  <a:lnTo>
                    <a:pt x="231580" y="2410801"/>
                  </a:lnTo>
                  <a:lnTo>
                    <a:pt x="249107" y="2453095"/>
                  </a:lnTo>
                  <a:lnTo>
                    <a:pt x="267225" y="2495079"/>
                  </a:lnTo>
                  <a:lnTo>
                    <a:pt x="285927" y="2536747"/>
                  </a:lnTo>
                  <a:lnTo>
                    <a:pt x="305209" y="2578095"/>
                  </a:lnTo>
                  <a:lnTo>
                    <a:pt x="325065" y="2619116"/>
                  </a:lnTo>
                  <a:lnTo>
                    <a:pt x="345491" y="2659807"/>
                  </a:lnTo>
                  <a:lnTo>
                    <a:pt x="366482" y="2700161"/>
                  </a:lnTo>
                  <a:lnTo>
                    <a:pt x="388031" y="2740173"/>
                  </a:lnTo>
                  <a:lnTo>
                    <a:pt x="410134" y="2779839"/>
                  </a:lnTo>
                  <a:lnTo>
                    <a:pt x="432786" y="2819153"/>
                  </a:lnTo>
                  <a:lnTo>
                    <a:pt x="455982" y="2858110"/>
                  </a:lnTo>
                  <a:lnTo>
                    <a:pt x="479716" y="2896705"/>
                  </a:lnTo>
                  <a:lnTo>
                    <a:pt x="503983" y="2934932"/>
                  </a:lnTo>
                  <a:lnTo>
                    <a:pt x="528778" y="2972787"/>
                  </a:lnTo>
                  <a:lnTo>
                    <a:pt x="554096" y="3010264"/>
                  </a:lnTo>
                  <a:lnTo>
                    <a:pt x="579931" y="3047358"/>
                  </a:lnTo>
                  <a:lnTo>
                    <a:pt x="606279" y="3084064"/>
                  </a:lnTo>
                  <a:lnTo>
                    <a:pt x="633135" y="3120377"/>
                  </a:lnTo>
                  <a:lnTo>
                    <a:pt x="660492" y="3156291"/>
                  </a:lnTo>
                  <a:lnTo>
                    <a:pt x="688346" y="3191802"/>
                  </a:lnTo>
                  <a:lnTo>
                    <a:pt x="716692" y="3226903"/>
                  </a:lnTo>
                  <a:lnTo>
                    <a:pt x="745525" y="3261591"/>
                  </a:lnTo>
                  <a:lnTo>
                    <a:pt x="774839" y="3295859"/>
                  </a:lnTo>
                  <a:lnTo>
                    <a:pt x="804629" y="3329703"/>
                  </a:lnTo>
                  <a:lnTo>
                    <a:pt x="834890" y="3363118"/>
                  </a:lnTo>
                  <a:lnTo>
                    <a:pt x="865617" y="3396097"/>
                  </a:lnTo>
                  <a:lnTo>
                    <a:pt x="896804" y="3428637"/>
                  </a:lnTo>
                  <a:lnTo>
                    <a:pt x="928447" y="3460732"/>
                  </a:lnTo>
                  <a:lnTo>
                    <a:pt x="960541" y="3492376"/>
                  </a:lnTo>
                  <a:lnTo>
                    <a:pt x="993079" y="3523565"/>
                  </a:lnTo>
                  <a:lnTo>
                    <a:pt x="1026057" y="3554293"/>
                  </a:lnTo>
                  <a:lnTo>
                    <a:pt x="1059470" y="3584555"/>
                  </a:lnTo>
                  <a:lnTo>
                    <a:pt x="1093313" y="3614346"/>
                  </a:lnTo>
                  <a:lnTo>
                    <a:pt x="1127580" y="3643662"/>
                  </a:lnTo>
                  <a:lnTo>
                    <a:pt x="1162266" y="3672495"/>
                  </a:lnTo>
                  <a:lnTo>
                    <a:pt x="1197367" y="3700842"/>
                  </a:lnTo>
                  <a:lnTo>
                    <a:pt x="1232876" y="3728698"/>
                  </a:lnTo>
                  <a:lnTo>
                    <a:pt x="1268788" y="3756056"/>
                  </a:lnTo>
                  <a:lnTo>
                    <a:pt x="1305100" y="3782913"/>
                  </a:lnTo>
                  <a:lnTo>
                    <a:pt x="1341804" y="3809262"/>
                  </a:lnTo>
                  <a:lnTo>
                    <a:pt x="1378897" y="3835098"/>
                  </a:lnTo>
                  <a:lnTo>
                    <a:pt x="1416372" y="3860417"/>
                  </a:lnTo>
                  <a:lnTo>
                    <a:pt x="1454225" y="3885213"/>
                  </a:lnTo>
                  <a:lnTo>
                    <a:pt x="1492451" y="3909481"/>
                  </a:lnTo>
                  <a:lnTo>
                    <a:pt x="1531044" y="3933216"/>
                  </a:lnTo>
                  <a:lnTo>
                    <a:pt x="1570000" y="3956413"/>
                  </a:lnTo>
                  <a:lnTo>
                    <a:pt x="1609312" y="3979065"/>
                  </a:lnTo>
                  <a:lnTo>
                    <a:pt x="1648977" y="4001170"/>
                  </a:lnTo>
                  <a:lnTo>
                    <a:pt x="1688988" y="4022720"/>
                  </a:lnTo>
                  <a:lnTo>
                    <a:pt x="1729340" y="4043711"/>
                  </a:lnTo>
                  <a:lnTo>
                    <a:pt x="1770029" y="4064138"/>
                  </a:lnTo>
                  <a:lnTo>
                    <a:pt x="1811049" y="4083995"/>
                  </a:lnTo>
                  <a:lnTo>
                    <a:pt x="1852394" y="4103278"/>
                  </a:lnTo>
                  <a:lnTo>
                    <a:pt x="1894061" y="4121981"/>
                  </a:lnTo>
                  <a:lnTo>
                    <a:pt x="1936043" y="4140099"/>
                  </a:lnTo>
                  <a:lnTo>
                    <a:pt x="1978336" y="4157627"/>
                  </a:lnTo>
                  <a:lnTo>
                    <a:pt x="2020934" y="4174559"/>
                  </a:lnTo>
                  <a:lnTo>
                    <a:pt x="2063831" y="4190891"/>
                  </a:lnTo>
                  <a:lnTo>
                    <a:pt x="2107024" y="4206617"/>
                  </a:lnTo>
                  <a:lnTo>
                    <a:pt x="2150506" y="4221732"/>
                  </a:lnTo>
                  <a:lnTo>
                    <a:pt x="2194273" y="4236231"/>
                  </a:lnTo>
                  <a:lnTo>
                    <a:pt x="2238319" y="4250109"/>
                  </a:lnTo>
                  <a:lnTo>
                    <a:pt x="2282640" y="4263360"/>
                  </a:lnTo>
                  <a:lnTo>
                    <a:pt x="2327229" y="4275980"/>
                  </a:lnTo>
                  <a:lnTo>
                    <a:pt x="2372082" y="4287963"/>
                  </a:lnTo>
                  <a:lnTo>
                    <a:pt x="2417193" y="4299303"/>
                  </a:lnTo>
                  <a:lnTo>
                    <a:pt x="2462558" y="4309997"/>
                  </a:lnTo>
                  <a:lnTo>
                    <a:pt x="2508172" y="4320038"/>
                  </a:lnTo>
                  <a:lnTo>
                    <a:pt x="2554028" y="4329422"/>
                  </a:lnTo>
                  <a:lnTo>
                    <a:pt x="2600122" y="4338143"/>
                  </a:lnTo>
                  <a:lnTo>
                    <a:pt x="2646449" y="4346196"/>
                  </a:lnTo>
                  <a:lnTo>
                    <a:pt x="2693003" y="4353576"/>
                  </a:lnTo>
                  <a:lnTo>
                    <a:pt x="2739780" y="4360278"/>
                  </a:lnTo>
                  <a:lnTo>
                    <a:pt x="2786774" y="4366296"/>
                  </a:lnTo>
                  <a:lnTo>
                    <a:pt x="2833979" y="4371626"/>
                  </a:lnTo>
                  <a:lnTo>
                    <a:pt x="2881392" y="4376262"/>
                  </a:lnTo>
                  <a:lnTo>
                    <a:pt x="2929006" y="4380199"/>
                  </a:lnTo>
                  <a:lnTo>
                    <a:pt x="2976816" y="4383432"/>
                  </a:lnTo>
                  <a:lnTo>
                    <a:pt x="3024818" y="4385955"/>
                  </a:lnTo>
                  <a:lnTo>
                    <a:pt x="3073006" y="4387764"/>
                  </a:lnTo>
                  <a:lnTo>
                    <a:pt x="3121375" y="4388853"/>
                  </a:lnTo>
                  <a:lnTo>
                    <a:pt x="3169919" y="4389217"/>
                  </a:lnTo>
                  <a:lnTo>
                    <a:pt x="3218465" y="4388853"/>
                  </a:lnTo>
                  <a:lnTo>
                    <a:pt x="3266836" y="4387764"/>
                  </a:lnTo>
                  <a:lnTo>
                    <a:pt x="3315026" y="4385955"/>
                  </a:lnTo>
                  <a:lnTo>
                    <a:pt x="3363030" y="4383432"/>
                  </a:lnTo>
                  <a:lnTo>
                    <a:pt x="3410842" y="4380199"/>
                  </a:lnTo>
                  <a:lnTo>
                    <a:pt x="3458458" y="4376262"/>
                  </a:lnTo>
                  <a:lnTo>
                    <a:pt x="3505873" y="4371626"/>
                  </a:lnTo>
                  <a:lnTo>
                    <a:pt x="3553080" y="4366296"/>
                  </a:lnTo>
                  <a:lnTo>
                    <a:pt x="3600076" y="4360278"/>
                  </a:lnTo>
                  <a:lnTo>
                    <a:pt x="3646854" y="4353576"/>
                  </a:lnTo>
                  <a:lnTo>
                    <a:pt x="3693411" y="4346196"/>
                  </a:lnTo>
                  <a:lnTo>
                    <a:pt x="3739739" y="4338143"/>
                  </a:lnTo>
                  <a:lnTo>
                    <a:pt x="3785835" y="4329422"/>
                  </a:lnTo>
                  <a:lnTo>
                    <a:pt x="3831693" y="4320038"/>
                  </a:lnTo>
                  <a:lnTo>
                    <a:pt x="3877308" y="4309997"/>
                  </a:lnTo>
                  <a:lnTo>
                    <a:pt x="3922675" y="4299303"/>
                  </a:lnTo>
                  <a:lnTo>
                    <a:pt x="3967789" y="4287963"/>
                  </a:lnTo>
                  <a:lnTo>
                    <a:pt x="4012643" y="4275980"/>
                  </a:lnTo>
                  <a:lnTo>
                    <a:pt x="4057234" y="4263360"/>
                  </a:lnTo>
                  <a:lnTo>
                    <a:pt x="4101556" y="4250109"/>
                  </a:lnTo>
                  <a:lnTo>
                    <a:pt x="4145604" y="4236231"/>
                  </a:lnTo>
                  <a:lnTo>
                    <a:pt x="4189373" y="4221732"/>
                  </a:lnTo>
                  <a:lnTo>
                    <a:pt x="4232857" y="4206617"/>
                  </a:lnTo>
                  <a:lnTo>
                    <a:pt x="4276051" y="4190891"/>
                  </a:lnTo>
                  <a:lnTo>
                    <a:pt x="4318951" y="4174559"/>
                  </a:lnTo>
                  <a:lnTo>
                    <a:pt x="4361550" y="4157627"/>
                  </a:lnTo>
                  <a:lnTo>
                    <a:pt x="4403845" y="4140099"/>
                  </a:lnTo>
                  <a:lnTo>
                    <a:pt x="4445829" y="4121981"/>
                  </a:lnTo>
                  <a:lnTo>
                    <a:pt x="4487497" y="4103278"/>
                  </a:lnTo>
                  <a:lnTo>
                    <a:pt x="4528844" y="4083995"/>
                  </a:lnTo>
                  <a:lnTo>
                    <a:pt x="4569866" y="4064138"/>
                  </a:lnTo>
                  <a:lnTo>
                    <a:pt x="4610556" y="4043711"/>
                  </a:lnTo>
                  <a:lnTo>
                    <a:pt x="4650910" y="4022720"/>
                  </a:lnTo>
                  <a:lnTo>
                    <a:pt x="4690923" y="4001170"/>
                  </a:lnTo>
                  <a:lnTo>
                    <a:pt x="4730589" y="3979065"/>
                  </a:lnTo>
                  <a:lnTo>
                    <a:pt x="4769903" y="3956413"/>
                  </a:lnTo>
                  <a:lnTo>
                    <a:pt x="4808860" y="3933216"/>
                  </a:lnTo>
                  <a:lnTo>
                    <a:pt x="4847455" y="3909481"/>
                  </a:lnTo>
                  <a:lnTo>
                    <a:pt x="4885682" y="3885213"/>
                  </a:lnTo>
                  <a:lnTo>
                    <a:pt x="4923537" y="3860417"/>
                  </a:lnTo>
                  <a:lnTo>
                    <a:pt x="4961014" y="3835098"/>
                  </a:lnTo>
                  <a:lnTo>
                    <a:pt x="4998108" y="3809262"/>
                  </a:lnTo>
                  <a:lnTo>
                    <a:pt x="5034814" y="3782913"/>
                  </a:lnTo>
                  <a:lnTo>
                    <a:pt x="5071126" y="3756056"/>
                  </a:lnTo>
                  <a:lnTo>
                    <a:pt x="5107041" y="3728698"/>
                  </a:lnTo>
                  <a:lnTo>
                    <a:pt x="5124533" y="3714976"/>
                  </a:lnTo>
                </a:path>
              </a:pathLst>
            </a:custGeom>
            <a:ln w="25400">
              <a:solidFill>
                <a:srgbClr val="C26F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082215" y="0"/>
              <a:ext cx="3169920" cy="2804160"/>
            </a:xfrm>
            <a:custGeom>
              <a:avLst/>
              <a:gdLst/>
              <a:ahLst/>
              <a:cxnLst/>
              <a:rect l="l" t="t" r="r" b="b"/>
              <a:pathLst>
                <a:path w="3169919" h="2804160">
                  <a:moveTo>
                    <a:pt x="1584960" y="2804154"/>
                  </a:moveTo>
                  <a:lnTo>
                    <a:pt x="1536504" y="2803427"/>
                  </a:lnTo>
                  <a:lnTo>
                    <a:pt x="1488409" y="2801261"/>
                  </a:lnTo>
                  <a:lnTo>
                    <a:pt x="1440696" y="2797677"/>
                  </a:lnTo>
                  <a:lnTo>
                    <a:pt x="1393387" y="2792694"/>
                  </a:lnTo>
                  <a:lnTo>
                    <a:pt x="1346502" y="2786334"/>
                  </a:lnTo>
                  <a:lnTo>
                    <a:pt x="1300061" y="2778618"/>
                  </a:lnTo>
                  <a:lnTo>
                    <a:pt x="1254086" y="2769566"/>
                  </a:lnTo>
                  <a:lnTo>
                    <a:pt x="1208597" y="2759199"/>
                  </a:lnTo>
                  <a:lnTo>
                    <a:pt x="1163615" y="2747538"/>
                  </a:lnTo>
                  <a:lnTo>
                    <a:pt x="1119160" y="2734603"/>
                  </a:lnTo>
                  <a:lnTo>
                    <a:pt x="1075254" y="2720415"/>
                  </a:lnTo>
                  <a:lnTo>
                    <a:pt x="1031916" y="2704995"/>
                  </a:lnTo>
                  <a:lnTo>
                    <a:pt x="989168" y="2688363"/>
                  </a:lnTo>
                  <a:lnTo>
                    <a:pt x="947031" y="2670541"/>
                  </a:lnTo>
                  <a:lnTo>
                    <a:pt x="905525" y="2651549"/>
                  </a:lnTo>
                  <a:lnTo>
                    <a:pt x="864670" y="2631408"/>
                  </a:lnTo>
                  <a:lnTo>
                    <a:pt x="824489" y="2610138"/>
                  </a:lnTo>
                  <a:lnTo>
                    <a:pt x="785000" y="2587760"/>
                  </a:lnTo>
                  <a:lnTo>
                    <a:pt x="746226" y="2564296"/>
                  </a:lnTo>
                  <a:lnTo>
                    <a:pt x="708186" y="2539765"/>
                  </a:lnTo>
                  <a:lnTo>
                    <a:pt x="670902" y="2514188"/>
                  </a:lnTo>
                  <a:lnTo>
                    <a:pt x="634394" y="2487586"/>
                  </a:lnTo>
                  <a:lnTo>
                    <a:pt x="598683" y="2459980"/>
                  </a:lnTo>
                  <a:lnTo>
                    <a:pt x="563790" y="2431391"/>
                  </a:lnTo>
                  <a:lnTo>
                    <a:pt x="529735" y="2401839"/>
                  </a:lnTo>
                  <a:lnTo>
                    <a:pt x="496540" y="2371345"/>
                  </a:lnTo>
                  <a:lnTo>
                    <a:pt x="464224" y="2339930"/>
                  </a:lnTo>
                  <a:lnTo>
                    <a:pt x="432808" y="2307614"/>
                  </a:lnTo>
                  <a:lnTo>
                    <a:pt x="402314" y="2274418"/>
                  </a:lnTo>
                  <a:lnTo>
                    <a:pt x="372762" y="2240363"/>
                  </a:lnTo>
                  <a:lnTo>
                    <a:pt x="344173" y="2205470"/>
                  </a:lnTo>
                  <a:lnTo>
                    <a:pt x="316567" y="2169759"/>
                  </a:lnTo>
                  <a:lnTo>
                    <a:pt x="289966" y="2133252"/>
                  </a:lnTo>
                  <a:lnTo>
                    <a:pt x="264389" y="2095967"/>
                  </a:lnTo>
                  <a:lnTo>
                    <a:pt x="239858" y="2057928"/>
                  </a:lnTo>
                  <a:lnTo>
                    <a:pt x="216393" y="2019154"/>
                  </a:lnTo>
                  <a:lnTo>
                    <a:pt x="194015" y="1979665"/>
                  </a:lnTo>
                  <a:lnTo>
                    <a:pt x="172746" y="1939483"/>
                  </a:lnTo>
                  <a:lnTo>
                    <a:pt x="152604" y="1898629"/>
                  </a:lnTo>
                  <a:lnTo>
                    <a:pt x="133612" y="1857123"/>
                  </a:lnTo>
                  <a:lnTo>
                    <a:pt x="115790" y="1814986"/>
                  </a:lnTo>
                  <a:lnTo>
                    <a:pt x="99159" y="1772238"/>
                  </a:lnTo>
                  <a:lnTo>
                    <a:pt x="83739" y="1728900"/>
                  </a:lnTo>
                  <a:lnTo>
                    <a:pt x="69551" y="1684994"/>
                  </a:lnTo>
                  <a:lnTo>
                    <a:pt x="56616" y="1640539"/>
                  </a:lnTo>
                  <a:lnTo>
                    <a:pt x="44954" y="1595557"/>
                  </a:lnTo>
                  <a:lnTo>
                    <a:pt x="34587" y="1550068"/>
                  </a:lnTo>
                  <a:lnTo>
                    <a:pt x="25535" y="1504093"/>
                  </a:lnTo>
                  <a:lnTo>
                    <a:pt x="17819" y="1457652"/>
                  </a:lnTo>
                  <a:lnTo>
                    <a:pt x="11459" y="1410767"/>
                  </a:lnTo>
                  <a:lnTo>
                    <a:pt x="6477" y="1363458"/>
                  </a:lnTo>
                  <a:lnTo>
                    <a:pt x="2892" y="1315745"/>
                  </a:lnTo>
                  <a:lnTo>
                    <a:pt x="726" y="1267651"/>
                  </a:lnTo>
                  <a:lnTo>
                    <a:pt x="0" y="1219194"/>
                  </a:lnTo>
                  <a:lnTo>
                    <a:pt x="726" y="1170737"/>
                  </a:lnTo>
                  <a:lnTo>
                    <a:pt x="2892" y="1122643"/>
                  </a:lnTo>
                  <a:lnTo>
                    <a:pt x="6477" y="1074930"/>
                  </a:lnTo>
                  <a:lnTo>
                    <a:pt x="11459" y="1027621"/>
                  </a:lnTo>
                  <a:lnTo>
                    <a:pt x="17819" y="980736"/>
                  </a:lnTo>
                  <a:lnTo>
                    <a:pt x="25535" y="934295"/>
                  </a:lnTo>
                  <a:lnTo>
                    <a:pt x="34587" y="888320"/>
                  </a:lnTo>
                  <a:lnTo>
                    <a:pt x="44954" y="842831"/>
                  </a:lnTo>
                  <a:lnTo>
                    <a:pt x="56616" y="797849"/>
                  </a:lnTo>
                  <a:lnTo>
                    <a:pt x="69551" y="753394"/>
                  </a:lnTo>
                  <a:lnTo>
                    <a:pt x="83739" y="709488"/>
                  </a:lnTo>
                  <a:lnTo>
                    <a:pt x="99159" y="666150"/>
                  </a:lnTo>
                  <a:lnTo>
                    <a:pt x="115790" y="623402"/>
                  </a:lnTo>
                  <a:lnTo>
                    <a:pt x="133612" y="581265"/>
                  </a:lnTo>
                  <a:lnTo>
                    <a:pt x="152604" y="539759"/>
                  </a:lnTo>
                  <a:lnTo>
                    <a:pt x="172746" y="498904"/>
                  </a:lnTo>
                  <a:lnTo>
                    <a:pt x="194015" y="458723"/>
                  </a:lnTo>
                  <a:lnTo>
                    <a:pt x="216393" y="419234"/>
                  </a:lnTo>
                  <a:lnTo>
                    <a:pt x="239858" y="380460"/>
                  </a:lnTo>
                  <a:lnTo>
                    <a:pt x="264389" y="342420"/>
                  </a:lnTo>
                  <a:lnTo>
                    <a:pt x="289966" y="305136"/>
                  </a:lnTo>
                  <a:lnTo>
                    <a:pt x="316567" y="268629"/>
                  </a:lnTo>
                  <a:lnTo>
                    <a:pt x="344173" y="232918"/>
                  </a:lnTo>
                  <a:lnTo>
                    <a:pt x="372762" y="198024"/>
                  </a:lnTo>
                  <a:lnTo>
                    <a:pt x="402314" y="163970"/>
                  </a:lnTo>
                  <a:lnTo>
                    <a:pt x="432808" y="130774"/>
                  </a:lnTo>
                  <a:lnTo>
                    <a:pt x="464224" y="98458"/>
                  </a:lnTo>
                  <a:lnTo>
                    <a:pt x="496540" y="67043"/>
                  </a:lnTo>
                  <a:lnTo>
                    <a:pt x="529735" y="36549"/>
                  </a:lnTo>
                  <a:lnTo>
                    <a:pt x="563790" y="6997"/>
                  </a:lnTo>
                  <a:lnTo>
                    <a:pt x="572330" y="0"/>
                  </a:lnTo>
                  <a:lnTo>
                    <a:pt x="2597589" y="0"/>
                  </a:lnTo>
                  <a:lnTo>
                    <a:pt x="2640184" y="36549"/>
                  </a:lnTo>
                  <a:lnTo>
                    <a:pt x="2673379" y="67043"/>
                  </a:lnTo>
                  <a:lnTo>
                    <a:pt x="2705695" y="98458"/>
                  </a:lnTo>
                  <a:lnTo>
                    <a:pt x="2737111" y="130774"/>
                  </a:lnTo>
                  <a:lnTo>
                    <a:pt x="2767605" y="163970"/>
                  </a:lnTo>
                  <a:lnTo>
                    <a:pt x="2797157" y="198024"/>
                  </a:lnTo>
                  <a:lnTo>
                    <a:pt x="2825746" y="232918"/>
                  </a:lnTo>
                  <a:lnTo>
                    <a:pt x="2853352" y="268629"/>
                  </a:lnTo>
                  <a:lnTo>
                    <a:pt x="2879953" y="305136"/>
                  </a:lnTo>
                  <a:lnTo>
                    <a:pt x="2905530" y="342420"/>
                  </a:lnTo>
                  <a:lnTo>
                    <a:pt x="2930061" y="380460"/>
                  </a:lnTo>
                  <a:lnTo>
                    <a:pt x="2953526" y="419234"/>
                  </a:lnTo>
                  <a:lnTo>
                    <a:pt x="2975903" y="458723"/>
                  </a:lnTo>
                  <a:lnTo>
                    <a:pt x="2997173" y="498904"/>
                  </a:lnTo>
                  <a:lnTo>
                    <a:pt x="3017315" y="539759"/>
                  </a:lnTo>
                  <a:lnTo>
                    <a:pt x="3036307" y="581265"/>
                  </a:lnTo>
                  <a:lnTo>
                    <a:pt x="3054129" y="623402"/>
                  </a:lnTo>
                  <a:lnTo>
                    <a:pt x="3070760" y="666150"/>
                  </a:lnTo>
                  <a:lnTo>
                    <a:pt x="3086180" y="709488"/>
                  </a:lnTo>
                  <a:lnTo>
                    <a:pt x="3100368" y="753394"/>
                  </a:lnTo>
                  <a:lnTo>
                    <a:pt x="3113303" y="797849"/>
                  </a:lnTo>
                  <a:lnTo>
                    <a:pt x="3124964" y="842831"/>
                  </a:lnTo>
                  <a:lnTo>
                    <a:pt x="3135331" y="888320"/>
                  </a:lnTo>
                  <a:lnTo>
                    <a:pt x="3144383" y="934295"/>
                  </a:lnTo>
                  <a:lnTo>
                    <a:pt x="3152100" y="980736"/>
                  </a:lnTo>
                  <a:lnTo>
                    <a:pt x="3158459" y="1027621"/>
                  </a:lnTo>
                  <a:lnTo>
                    <a:pt x="3163442" y="1074930"/>
                  </a:lnTo>
                  <a:lnTo>
                    <a:pt x="3167027" y="1122643"/>
                  </a:lnTo>
                  <a:lnTo>
                    <a:pt x="3169193" y="1170737"/>
                  </a:lnTo>
                  <a:lnTo>
                    <a:pt x="3169919" y="1219194"/>
                  </a:lnTo>
                  <a:lnTo>
                    <a:pt x="3169193" y="1267651"/>
                  </a:lnTo>
                  <a:lnTo>
                    <a:pt x="3167027" y="1315745"/>
                  </a:lnTo>
                  <a:lnTo>
                    <a:pt x="3163442" y="1363458"/>
                  </a:lnTo>
                  <a:lnTo>
                    <a:pt x="3158459" y="1410767"/>
                  </a:lnTo>
                  <a:lnTo>
                    <a:pt x="3152100" y="1457652"/>
                  </a:lnTo>
                  <a:lnTo>
                    <a:pt x="3144383" y="1504093"/>
                  </a:lnTo>
                  <a:lnTo>
                    <a:pt x="3135331" y="1550068"/>
                  </a:lnTo>
                  <a:lnTo>
                    <a:pt x="3124964" y="1595557"/>
                  </a:lnTo>
                  <a:lnTo>
                    <a:pt x="3113303" y="1640539"/>
                  </a:lnTo>
                  <a:lnTo>
                    <a:pt x="3100368" y="1684994"/>
                  </a:lnTo>
                  <a:lnTo>
                    <a:pt x="3086180" y="1728900"/>
                  </a:lnTo>
                  <a:lnTo>
                    <a:pt x="3070760" y="1772238"/>
                  </a:lnTo>
                  <a:lnTo>
                    <a:pt x="3054129" y="1814986"/>
                  </a:lnTo>
                  <a:lnTo>
                    <a:pt x="3036307" y="1857123"/>
                  </a:lnTo>
                  <a:lnTo>
                    <a:pt x="3017315" y="1898629"/>
                  </a:lnTo>
                  <a:lnTo>
                    <a:pt x="2997173" y="1939483"/>
                  </a:lnTo>
                  <a:lnTo>
                    <a:pt x="2975903" y="1979665"/>
                  </a:lnTo>
                  <a:lnTo>
                    <a:pt x="2953526" y="2019154"/>
                  </a:lnTo>
                  <a:lnTo>
                    <a:pt x="2930061" y="2057928"/>
                  </a:lnTo>
                  <a:lnTo>
                    <a:pt x="2905530" y="2095967"/>
                  </a:lnTo>
                  <a:lnTo>
                    <a:pt x="2879953" y="2133252"/>
                  </a:lnTo>
                  <a:lnTo>
                    <a:pt x="2853352" y="2169759"/>
                  </a:lnTo>
                  <a:lnTo>
                    <a:pt x="2825746" y="2205470"/>
                  </a:lnTo>
                  <a:lnTo>
                    <a:pt x="2797157" y="2240363"/>
                  </a:lnTo>
                  <a:lnTo>
                    <a:pt x="2767605" y="2274418"/>
                  </a:lnTo>
                  <a:lnTo>
                    <a:pt x="2737111" y="2307614"/>
                  </a:lnTo>
                  <a:lnTo>
                    <a:pt x="2705695" y="2339930"/>
                  </a:lnTo>
                  <a:lnTo>
                    <a:pt x="2673379" y="2371345"/>
                  </a:lnTo>
                  <a:lnTo>
                    <a:pt x="2640184" y="2401839"/>
                  </a:lnTo>
                  <a:lnTo>
                    <a:pt x="2606129" y="2431391"/>
                  </a:lnTo>
                  <a:lnTo>
                    <a:pt x="2571236" y="2459980"/>
                  </a:lnTo>
                  <a:lnTo>
                    <a:pt x="2535525" y="2487586"/>
                  </a:lnTo>
                  <a:lnTo>
                    <a:pt x="2499017" y="2514188"/>
                  </a:lnTo>
                  <a:lnTo>
                    <a:pt x="2461733" y="2539765"/>
                  </a:lnTo>
                  <a:lnTo>
                    <a:pt x="2423693" y="2564296"/>
                  </a:lnTo>
                  <a:lnTo>
                    <a:pt x="2384919" y="2587760"/>
                  </a:lnTo>
                  <a:lnTo>
                    <a:pt x="2345431" y="2610138"/>
                  </a:lnTo>
                  <a:lnTo>
                    <a:pt x="2305249" y="2631408"/>
                  </a:lnTo>
                  <a:lnTo>
                    <a:pt x="2264395" y="2651549"/>
                  </a:lnTo>
                  <a:lnTo>
                    <a:pt x="2222889" y="2670541"/>
                  </a:lnTo>
                  <a:lnTo>
                    <a:pt x="2180751" y="2688363"/>
                  </a:lnTo>
                  <a:lnTo>
                    <a:pt x="2138003" y="2704995"/>
                  </a:lnTo>
                  <a:lnTo>
                    <a:pt x="2094666" y="2720415"/>
                  </a:lnTo>
                  <a:lnTo>
                    <a:pt x="2050760" y="2734603"/>
                  </a:lnTo>
                  <a:lnTo>
                    <a:pt x="2006305" y="2747538"/>
                  </a:lnTo>
                  <a:lnTo>
                    <a:pt x="1961323" y="2759199"/>
                  </a:lnTo>
                  <a:lnTo>
                    <a:pt x="1915834" y="2769566"/>
                  </a:lnTo>
                  <a:lnTo>
                    <a:pt x="1869858" y="2778618"/>
                  </a:lnTo>
                  <a:lnTo>
                    <a:pt x="1823418" y="2786334"/>
                  </a:lnTo>
                  <a:lnTo>
                    <a:pt x="1776533" y="2792694"/>
                  </a:lnTo>
                  <a:lnTo>
                    <a:pt x="1729224" y="2797677"/>
                  </a:lnTo>
                  <a:lnTo>
                    <a:pt x="1681511" y="2801261"/>
                  </a:lnTo>
                  <a:lnTo>
                    <a:pt x="1633417" y="2803427"/>
                  </a:lnTo>
                  <a:lnTo>
                    <a:pt x="1584960" y="2804154"/>
                  </a:lnTo>
                  <a:close/>
                </a:path>
              </a:pathLst>
            </a:custGeom>
            <a:solidFill>
              <a:srgbClr val="C26F3C">
                <a:alpha val="117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5974171"/>
            <a:ext cx="2438400" cy="3169920"/>
          </a:xfrm>
          <a:custGeom>
            <a:avLst/>
            <a:gdLst/>
            <a:ahLst/>
            <a:cxnLst/>
            <a:rect l="l" t="t" r="r" b="b"/>
            <a:pathLst>
              <a:path w="2438400" h="3169920">
                <a:moveTo>
                  <a:pt x="2124468" y="3169828"/>
                </a:moveTo>
                <a:lnTo>
                  <a:pt x="2147751" y="3131685"/>
                </a:lnTo>
                <a:lnTo>
                  <a:pt x="2170414" y="3092673"/>
                </a:lnTo>
                <a:lnTo>
                  <a:pt x="2192247" y="3053128"/>
                </a:lnTo>
                <a:lnTo>
                  <a:pt x="2213237" y="3013064"/>
                </a:lnTo>
                <a:lnTo>
                  <a:pt x="2233373" y="2972491"/>
                </a:lnTo>
                <a:lnTo>
                  <a:pt x="2252643" y="2931421"/>
                </a:lnTo>
                <a:lnTo>
                  <a:pt x="2271036" y="2889867"/>
                </a:lnTo>
                <a:lnTo>
                  <a:pt x="2288538" y="2847841"/>
                </a:lnTo>
                <a:lnTo>
                  <a:pt x="2305138" y="2805354"/>
                </a:lnTo>
                <a:lnTo>
                  <a:pt x="2320825" y="2762418"/>
                </a:lnTo>
                <a:lnTo>
                  <a:pt x="2335586" y="2719045"/>
                </a:lnTo>
                <a:lnTo>
                  <a:pt x="2349410" y="2675248"/>
                </a:lnTo>
                <a:lnTo>
                  <a:pt x="2362284" y="2631037"/>
                </a:lnTo>
                <a:lnTo>
                  <a:pt x="2374197" y="2586426"/>
                </a:lnTo>
                <a:lnTo>
                  <a:pt x="2385136" y="2541425"/>
                </a:lnTo>
                <a:lnTo>
                  <a:pt x="2395090" y="2496047"/>
                </a:lnTo>
                <a:lnTo>
                  <a:pt x="2404047" y="2450304"/>
                </a:lnTo>
                <a:lnTo>
                  <a:pt x="2411995" y="2404207"/>
                </a:lnTo>
                <a:lnTo>
                  <a:pt x="2418922" y="2357769"/>
                </a:lnTo>
                <a:lnTo>
                  <a:pt x="2424816" y="2311002"/>
                </a:lnTo>
                <a:lnTo>
                  <a:pt x="2429665" y="2263917"/>
                </a:lnTo>
                <a:lnTo>
                  <a:pt x="2433457" y="2216526"/>
                </a:lnTo>
                <a:lnTo>
                  <a:pt x="2436180" y="2168842"/>
                </a:lnTo>
                <a:lnTo>
                  <a:pt x="2437823" y="2120876"/>
                </a:lnTo>
                <a:lnTo>
                  <a:pt x="2438373" y="2072640"/>
                </a:lnTo>
                <a:lnTo>
                  <a:pt x="2437823" y="2024404"/>
                </a:lnTo>
                <a:lnTo>
                  <a:pt x="2436180" y="1976437"/>
                </a:lnTo>
                <a:lnTo>
                  <a:pt x="2433457" y="1928753"/>
                </a:lnTo>
                <a:lnTo>
                  <a:pt x="2429665" y="1881362"/>
                </a:lnTo>
                <a:lnTo>
                  <a:pt x="2424816" y="1834277"/>
                </a:lnTo>
                <a:lnTo>
                  <a:pt x="2418922" y="1787510"/>
                </a:lnTo>
                <a:lnTo>
                  <a:pt x="2411995" y="1741072"/>
                </a:lnTo>
                <a:lnTo>
                  <a:pt x="2404047" y="1694975"/>
                </a:lnTo>
                <a:lnTo>
                  <a:pt x="2395090" y="1649232"/>
                </a:lnTo>
                <a:lnTo>
                  <a:pt x="2385136" y="1603854"/>
                </a:lnTo>
                <a:lnTo>
                  <a:pt x="2374197" y="1558854"/>
                </a:lnTo>
                <a:lnTo>
                  <a:pt x="2362284" y="1514242"/>
                </a:lnTo>
                <a:lnTo>
                  <a:pt x="2349410" y="1470032"/>
                </a:lnTo>
                <a:lnTo>
                  <a:pt x="2335586" y="1426234"/>
                </a:lnTo>
                <a:lnTo>
                  <a:pt x="2320825" y="1382861"/>
                </a:lnTo>
                <a:lnTo>
                  <a:pt x="2305138" y="1339925"/>
                </a:lnTo>
                <a:lnTo>
                  <a:pt x="2288538" y="1297438"/>
                </a:lnTo>
                <a:lnTo>
                  <a:pt x="2271036" y="1255412"/>
                </a:lnTo>
                <a:lnTo>
                  <a:pt x="2252643" y="1213858"/>
                </a:lnTo>
                <a:lnTo>
                  <a:pt x="2233373" y="1172788"/>
                </a:lnTo>
                <a:lnTo>
                  <a:pt x="2213237" y="1132215"/>
                </a:lnTo>
                <a:lnTo>
                  <a:pt x="2192247" y="1092151"/>
                </a:lnTo>
                <a:lnTo>
                  <a:pt x="2170414" y="1052606"/>
                </a:lnTo>
                <a:lnTo>
                  <a:pt x="2147751" y="1013594"/>
                </a:lnTo>
                <a:lnTo>
                  <a:pt x="2124270" y="975126"/>
                </a:lnTo>
                <a:lnTo>
                  <a:pt x="2099983" y="937214"/>
                </a:lnTo>
                <a:lnTo>
                  <a:pt x="2074901" y="899870"/>
                </a:lnTo>
                <a:lnTo>
                  <a:pt x="2049036" y="863106"/>
                </a:lnTo>
                <a:lnTo>
                  <a:pt x="2022401" y="826934"/>
                </a:lnTo>
                <a:lnTo>
                  <a:pt x="1995007" y="791365"/>
                </a:lnTo>
                <a:lnTo>
                  <a:pt x="1966866" y="756412"/>
                </a:lnTo>
                <a:lnTo>
                  <a:pt x="1937991" y="722086"/>
                </a:lnTo>
                <a:lnTo>
                  <a:pt x="1908392" y="688401"/>
                </a:lnTo>
                <a:lnTo>
                  <a:pt x="1878083" y="655366"/>
                </a:lnTo>
                <a:lnTo>
                  <a:pt x="1847074" y="622995"/>
                </a:lnTo>
                <a:lnTo>
                  <a:pt x="1815378" y="591299"/>
                </a:lnTo>
                <a:lnTo>
                  <a:pt x="1783007" y="560290"/>
                </a:lnTo>
                <a:lnTo>
                  <a:pt x="1749972" y="529981"/>
                </a:lnTo>
                <a:lnTo>
                  <a:pt x="1716286" y="500382"/>
                </a:lnTo>
                <a:lnTo>
                  <a:pt x="1681961" y="471506"/>
                </a:lnTo>
                <a:lnTo>
                  <a:pt x="1647008" y="443366"/>
                </a:lnTo>
                <a:lnTo>
                  <a:pt x="1611439" y="415972"/>
                </a:lnTo>
                <a:lnTo>
                  <a:pt x="1575267" y="389337"/>
                </a:lnTo>
                <a:lnTo>
                  <a:pt x="1538503" y="363472"/>
                </a:lnTo>
                <a:lnTo>
                  <a:pt x="1501159" y="338390"/>
                </a:lnTo>
                <a:lnTo>
                  <a:pt x="1463247" y="314102"/>
                </a:lnTo>
                <a:lnTo>
                  <a:pt x="1424779" y="290621"/>
                </a:lnTo>
                <a:lnTo>
                  <a:pt x="1385766" y="267959"/>
                </a:lnTo>
                <a:lnTo>
                  <a:pt x="1346222" y="246126"/>
                </a:lnTo>
                <a:lnTo>
                  <a:pt x="1306157" y="225136"/>
                </a:lnTo>
                <a:lnTo>
                  <a:pt x="1265584" y="205000"/>
                </a:lnTo>
                <a:lnTo>
                  <a:pt x="1224515" y="185730"/>
                </a:lnTo>
                <a:lnTo>
                  <a:pt x="1182961" y="167337"/>
                </a:lnTo>
                <a:lnTo>
                  <a:pt x="1140935" y="149835"/>
                </a:lnTo>
                <a:lnTo>
                  <a:pt x="1098448" y="133234"/>
                </a:lnTo>
                <a:lnTo>
                  <a:pt x="1055512" y="117548"/>
                </a:lnTo>
                <a:lnTo>
                  <a:pt x="1012139" y="102786"/>
                </a:lnTo>
                <a:lnTo>
                  <a:pt x="968341" y="88963"/>
                </a:lnTo>
                <a:lnTo>
                  <a:pt x="924131" y="76089"/>
                </a:lnTo>
                <a:lnTo>
                  <a:pt x="879519" y="64176"/>
                </a:lnTo>
                <a:lnTo>
                  <a:pt x="834519" y="53237"/>
                </a:lnTo>
                <a:lnTo>
                  <a:pt x="789141" y="43283"/>
                </a:lnTo>
                <a:lnTo>
                  <a:pt x="743398" y="34326"/>
                </a:lnTo>
                <a:lnTo>
                  <a:pt x="697301" y="26378"/>
                </a:lnTo>
                <a:lnTo>
                  <a:pt x="650863" y="19451"/>
                </a:lnTo>
                <a:lnTo>
                  <a:pt x="604096" y="13557"/>
                </a:lnTo>
                <a:lnTo>
                  <a:pt x="557011" y="8708"/>
                </a:lnTo>
                <a:lnTo>
                  <a:pt x="509620" y="4916"/>
                </a:lnTo>
                <a:lnTo>
                  <a:pt x="461936" y="2193"/>
                </a:lnTo>
                <a:lnTo>
                  <a:pt x="413969" y="550"/>
                </a:lnTo>
                <a:lnTo>
                  <a:pt x="365733" y="0"/>
                </a:lnTo>
                <a:lnTo>
                  <a:pt x="317497" y="550"/>
                </a:lnTo>
                <a:lnTo>
                  <a:pt x="269531" y="2193"/>
                </a:lnTo>
                <a:lnTo>
                  <a:pt x="221847" y="4916"/>
                </a:lnTo>
                <a:lnTo>
                  <a:pt x="174456" y="8708"/>
                </a:lnTo>
                <a:lnTo>
                  <a:pt x="127371" y="13557"/>
                </a:lnTo>
                <a:lnTo>
                  <a:pt x="80604" y="19451"/>
                </a:lnTo>
                <a:lnTo>
                  <a:pt x="34166" y="26378"/>
                </a:lnTo>
                <a:lnTo>
                  <a:pt x="0" y="32269"/>
                </a:lnTo>
              </a:path>
            </a:pathLst>
          </a:custGeom>
          <a:ln w="25400">
            <a:solidFill>
              <a:srgbClr val="C26F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16600" y="2058657"/>
            <a:ext cx="4554220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b="1" dirty="0">
                <a:solidFill>
                  <a:srgbClr val="DFA06A"/>
                </a:solidFill>
                <a:latin typeface="Arial"/>
                <a:cs typeface="Arial"/>
              </a:rPr>
              <a:t>P</a:t>
            </a:r>
            <a:r>
              <a:rPr sz="1800" b="1" spc="-12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b="1" spc="-110" dirty="0">
                <a:solidFill>
                  <a:srgbClr val="DFA06A"/>
                </a:solidFill>
                <a:latin typeface="Arial"/>
                <a:cs typeface="Arial"/>
              </a:rPr>
              <a:t>R</a:t>
            </a:r>
            <a:r>
              <a:rPr sz="1800" b="1" spc="-10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FA06A"/>
                </a:solidFill>
                <a:latin typeface="Arial"/>
                <a:cs typeface="Arial"/>
              </a:rPr>
              <a:t>O</a:t>
            </a:r>
            <a:r>
              <a:rPr sz="1800" b="1" spc="1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FA06A"/>
                </a:solidFill>
                <a:latin typeface="Arial"/>
                <a:cs typeface="Arial"/>
              </a:rPr>
              <a:t>J</a:t>
            </a:r>
            <a:r>
              <a:rPr sz="1800" b="1" spc="-1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FA06A"/>
                </a:solidFill>
                <a:latin typeface="Arial"/>
                <a:cs typeface="Arial"/>
              </a:rPr>
              <a:t>E</a:t>
            </a:r>
            <a:r>
              <a:rPr sz="1800" b="1" spc="1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FA06A"/>
                </a:solidFill>
                <a:latin typeface="Arial"/>
                <a:cs typeface="Arial"/>
              </a:rPr>
              <a:t>C</a:t>
            </a:r>
            <a:r>
              <a:rPr sz="1800" b="1" spc="-10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FA06A"/>
                </a:solidFill>
                <a:latin typeface="Arial"/>
                <a:cs typeface="Arial"/>
              </a:rPr>
              <a:t>T</a:t>
            </a:r>
            <a:r>
              <a:rPr sz="1800" b="1" spc="-7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750" b="1" spc="-90" dirty="0">
                <a:solidFill>
                  <a:srgbClr val="DFA06A"/>
                </a:solidFill>
                <a:latin typeface="Trebuchet MS"/>
                <a:cs typeface="Trebuchet MS"/>
              </a:rPr>
              <a:t>_</a:t>
            </a:r>
            <a:r>
              <a:rPr sz="1750" b="1" spc="-80" dirty="0">
                <a:solidFill>
                  <a:srgbClr val="DFA06A"/>
                </a:solidFill>
                <a:latin typeface="Trebuchet MS"/>
                <a:cs typeface="Trebuchet MS"/>
              </a:rPr>
              <a:t> </a:t>
            </a:r>
            <a:r>
              <a:rPr sz="1800" b="1" spc="150" dirty="0">
                <a:solidFill>
                  <a:srgbClr val="DFA06A"/>
                </a:solidFill>
                <a:latin typeface="Arial"/>
                <a:cs typeface="Arial"/>
              </a:rPr>
              <a:t>M</a:t>
            </a:r>
            <a:r>
              <a:rPr sz="1800" b="1" spc="1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FA06A"/>
                </a:solidFill>
                <a:latin typeface="Arial"/>
                <a:cs typeface="Arial"/>
              </a:rPr>
              <a:t>O</a:t>
            </a:r>
            <a:r>
              <a:rPr sz="1800" b="1" spc="-6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b="1" spc="120" dirty="0">
                <a:solidFill>
                  <a:srgbClr val="DFA06A"/>
                </a:solidFill>
                <a:latin typeface="Arial"/>
                <a:cs typeface="Arial"/>
              </a:rPr>
              <a:t>V</a:t>
            </a:r>
            <a:r>
              <a:rPr sz="1800" b="1" spc="-13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FA06A"/>
                </a:solidFill>
                <a:latin typeface="Arial"/>
                <a:cs typeface="Arial"/>
              </a:rPr>
              <a:t>I</a:t>
            </a:r>
            <a:r>
              <a:rPr sz="1800" b="1" spc="7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FA06A"/>
                </a:solidFill>
                <a:latin typeface="Arial"/>
                <a:cs typeface="Arial"/>
              </a:rPr>
              <a:t>E</a:t>
            </a:r>
            <a:r>
              <a:rPr sz="1800" b="1" spc="1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750" b="1" spc="-90" dirty="0">
                <a:solidFill>
                  <a:srgbClr val="DFA06A"/>
                </a:solidFill>
                <a:latin typeface="Trebuchet MS"/>
                <a:cs typeface="Trebuchet MS"/>
              </a:rPr>
              <a:t>_</a:t>
            </a:r>
            <a:r>
              <a:rPr sz="1750" b="1" spc="-80" dirty="0">
                <a:solidFill>
                  <a:srgbClr val="DFA06A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DFA06A"/>
                </a:solidFill>
                <a:latin typeface="Arial"/>
                <a:cs typeface="Arial"/>
              </a:rPr>
              <a:t>D</a:t>
            </a:r>
            <a:r>
              <a:rPr sz="1800" b="1" spc="-2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FA06A"/>
                </a:solidFill>
                <a:latin typeface="Arial"/>
                <a:cs typeface="Arial"/>
              </a:rPr>
              <a:t>A</a:t>
            </a:r>
            <a:r>
              <a:rPr sz="1800" b="1" spc="-13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FA06A"/>
                </a:solidFill>
                <a:latin typeface="Arial"/>
                <a:cs typeface="Arial"/>
              </a:rPr>
              <a:t>T</a:t>
            </a:r>
            <a:r>
              <a:rPr sz="1800" b="1" spc="-7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FA06A"/>
                </a:solidFill>
                <a:latin typeface="Arial"/>
                <a:cs typeface="Arial"/>
              </a:rPr>
              <a:t>A</a:t>
            </a:r>
            <a:r>
              <a:rPr sz="1800" b="1" spc="-5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b="1" spc="-150" dirty="0">
                <a:solidFill>
                  <a:srgbClr val="DFA06A"/>
                </a:solidFill>
                <a:latin typeface="Arial"/>
                <a:cs typeface="Arial"/>
              </a:rPr>
              <a:t>B</a:t>
            </a:r>
            <a:r>
              <a:rPr sz="1800" b="1" spc="-6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FA06A"/>
                </a:solidFill>
                <a:latin typeface="Arial"/>
                <a:cs typeface="Arial"/>
              </a:rPr>
              <a:t>A</a:t>
            </a:r>
            <a:r>
              <a:rPr sz="1800" b="1" spc="-6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DFA06A"/>
                </a:solidFill>
                <a:latin typeface="Arial"/>
                <a:cs typeface="Arial"/>
              </a:rPr>
              <a:t>S</a:t>
            </a:r>
            <a:r>
              <a:rPr sz="1800" b="1" spc="-6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DFA06A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105400" y="2599903"/>
            <a:ext cx="6059805" cy="1294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100" spc="-180" dirty="0">
                <a:latin typeface="Arial"/>
                <a:cs typeface="Arial"/>
              </a:rPr>
              <a:t>IMDB</a:t>
            </a:r>
            <a:r>
              <a:rPr sz="8100" spc="-880" dirty="0">
                <a:latin typeface="Arial"/>
                <a:cs typeface="Arial"/>
              </a:rPr>
              <a:t> </a:t>
            </a:r>
            <a:r>
              <a:rPr sz="8100" spc="-315" dirty="0">
                <a:latin typeface="Arial"/>
                <a:cs typeface="Arial"/>
              </a:rPr>
              <a:t>M</a:t>
            </a:r>
            <a:r>
              <a:rPr sz="8300" spc="-560" dirty="0"/>
              <a:t>o</a:t>
            </a:r>
            <a:r>
              <a:rPr sz="8300" spc="-695" dirty="0"/>
              <a:t>v</a:t>
            </a:r>
            <a:r>
              <a:rPr sz="8300" spc="150" dirty="0"/>
              <a:t>i</a:t>
            </a:r>
            <a:r>
              <a:rPr sz="8100" spc="-585" dirty="0">
                <a:latin typeface="Arial"/>
                <a:cs typeface="Arial"/>
              </a:rPr>
              <a:t>e</a:t>
            </a:r>
            <a:r>
              <a:rPr sz="8300" spc="-145" dirty="0"/>
              <a:t>s</a:t>
            </a:r>
            <a:endParaRPr sz="8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98464" y="4214621"/>
            <a:ext cx="723265" cy="315595"/>
          </a:xfrm>
          <a:custGeom>
            <a:avLst/>
            <a:gdLst/>
            <a:ahLst/>
            <a:cxnLst/>
            <a:rect l="l" t="t" r="r" b="b"/>
            <a:pathLst>
              <a:path w="723265" h="315595">
                <a:moveTo>
                  <a:pt x="248843" y="75209"/>
                </a:moveTo>
                <a:lnTo>
                  <a:pt x="239115" y="33832"/>
                </a:lnTo>
                <a:lnTo>
                  <a:pt x="209346" y="8928"/>
                </a:lnTo>
                <a:lnTo>
                  <a:pt x="165989" y="698"/>
                </a:lnTo>
                <a:lnTo>
                  <a:pt x="149631" y="1409"/>
                </a:lnTo>
                <a:lnTo>
                  <a:pt x="106553" y="12103"/>
                </a:lnTo>
                <a:lnTo>
                  <a:pt x="73736" y="33083"/>
                </a:lnTo>
                <a:lnTo>
                  <a:pt x="47574" y="71056"/>
                </a:lnTo>
                <a:lnTo>
                  <a:pt x="41948" y="106603"/>
                </a:lnTo>
                <a:lnTo>
                  <a:pt x="44196" y="117284"/>
                </a:lnTo>
                <a:lnTo>
                  <a:pt x="75653" y="148602"/>
                </a:lnTo>
                <a:lnTo>
                  <a:pt x="143027" y="172631"/>
                </a:lnTo>
                <a:lnTo>
                  <a:pt x="151726" y="176085"/>
                </a:lnTo>
                <a:lnTo>
                  <a:pt x="182499" y="203161"/>
                </a:lnTo>
                <a:lnTo>
                  <a:pt x="182689" y="210146"/>
                </a:lnTo>
                <a:lnTo>
                  <a:pt x="180581" y="218478"/>
                </a:lnTo>
                <a:lnTo>
                  <a:pt x="153987" y="254812"/>
                </a:lnTo>
                <a:lnTo>
                  <a:pt x="112331" y="269252"/>
                </a:lnTo>
                <a:lnTo>
                  <a:pt x="102489" y="269671"/>
                </a:lnTo>
                <a:lnTo>
                  <a:pt x="88226" y="268770"/>
                </a:lnTo>
                <a:lnTo>
                  <a:pt x="48641" y="247230"/>
                </a:lnTo>
                <a:lnTo>
                  <a:pt x="40182" y="215404"/>
                </a:lnTo>
                <a:lnTo>
                  <a:pt x="0" y="226415"/>
                </a:lnTo>
                <a:lnTo>
                  <a:pt x="13296" y="272884"/>
                </a:lnTo>
                <a:lnTo>
                  <a:pt x="54597" y="298843"/>
                </a:lnTo>
                <a:lnTo>
                  <a:pt x="93065" y="303809"/>
                </a:lnTo>
                <a:lnTo>
                  <a:pt x="108394" y="303110"/>
                </a:lnTo>
                <a:lnTo>
                  <a:pt x="150812" y="292595"/>
                </a:lnTo>
                <a:lnTo>
                  <a:pt x="185686" y="270878"/>
                </a:lnTo>
                <a:lnTo>
                  <a:pt x="210172" y="240436"/>
                </a:lnTo>
                <a:lnTo>
                  <a:pt x="222377" y="196456"/>
                </a:lnTo>
                <a:lnTo>
                  <a:pt x="222008" y="187845"/>
                </a:lnTo>
                <a:lnTo>
                  <a:pt x="196176" y="153593"/>
                </a:lnTo>
                <a:lnTo>
                  <a:pt x="122732" y="126301"/>
                </a:lnTo>
                <a:lnTo>
                  <a:pt x="110794" y="121793"/>
                </a:lnTo>
                <a:lnTo>
                  <a:pt x="82080" y="95097"/>
                </a:lnTo>
                <a:lnTo>
                  <a:pt x="81737" y="87845"/>
                </a:lnTo>
                <a:lnTo>
                  <a:pt x="83045" y="79768"/>
                </a:lnTo>
                <a:lnTo>
                  <a:pt x="106629" y="47104"/>
                </a:lnTo>
                <a:lnTo>
                  <a:pt x="145859" y="34112"/>
                </a:lnTo>
                <a:lnTo>
                  <a:pt x="155575" y="33731"/>
                </a:lnTo>
                <a:lnTo>
                  <a:pt x="168884" y="34645"/>
                </a:lnTo>
                <a:lnTo>
                  <a:pt x="204444" y="56019"/>
                </a:lnTo>
                <a:lnTo>
                  <a:pt x="211836" y="84632"/>
                </a:lnTo>
                <a:lnTo>
                  <a:pt x="248843" y="75209"/>
                </a:lnTo>
                <a:close/>
              </a:path>
              <a:path w="723265" h="315595">
                <a:moveTo>
                  <a:pt x="526897" y="110426"/>
                </a:moveTo>
                <a:lnTo>
                  <a:pt x="519125" y="57797"/>
                </a:lnTo>
                <a:lnTo>
                  <a:pt x="505815" y="35026"/>
                </a:lnTo>
                <a:lnTo>
                  <a:pt x="502653" y="30759"/>
                </a:lnTo>
                <a:lnTo>
                  <a:pt x="491032" y="19939"/>
                </a:lnTo>
                <a:lnTo>
                  <a:pt x="487553" y="17729"/>
                </a:lnTo>
                <a:lnTo>
                  <a:pt x="487553" y="104711"/>
                </a:lnTo>
                <a:lnTo>
                  <a:pt x="487438" y="119087"/>
                </a:lnTo>
                <a:lnTo>
                  <a:pt x="477481" y="167233"/>
                </a:lnTo>
                <a:lnTo>
                  <a:pt x="456107" y="211734"/>
                </a:lnTo>
                <a:lnTo>
                  <a:pt x="428548" y="242582"/>
                </a:lnTo>
                <a:lnTo>
                  <a:pt x="402336" y="196748"/>
                </a:lnTo>
                <a:lnTo>
                  <a:pt x="361454" y="196748"/>
                </a:lnTo>
                <a:lnTo>
                  <a:pt x="398576" y="260997"/>
                </a:lnTo>
                <a:lnTo>
                  <a:pt x="386410" y="265264"/>
                </a:lnTo>
                <a:lnTo>
                  <a:pt x="372160" y="268122"/>
                </a:lnTo>
                <a:lnTo>
                  <a:pt x="357289" y="269074"/>
                </a:lnTo>
                <a:lnTo>
                  <a:pt x="342646" y="268122"/>
                </a:lnTo>
                <a:lnTo>
                  <a:pt x="342785" y="268122"/>
                </a:lnTo>
                <a:lnTo>
                  <a:pt x="329857" y="265264"/>
                </a:lnTo>
                <a:lnTo>
                  <a:pt x="300824" y="245529"/>
                </a:lnTo>
                <a:lnTo>
                  <a:pt x="300736" y="245402"/>
                </a:lnTo>
                <a:lnTo>
                  <a:pt x="294525" y="235889"/>
                </a:lnTo>
                <a:lnTo>
                  <a:pt x="294398" y="235597"/>
                </a:lnTo>
                <a:lnTo>
                  <a:pt x="289801" y="224637"/>
                </a:lnTo>
                <a:lnTo>
                  <a:pt x="289737" y="224370"/>
                </a:lnTo>
                <a:lnTo>
                  <a:pt x="286740" y="211924"/>
                </a:lnTo>
                <a:lnTo>
                  <a:pt x="286639" y="210947"/>
                </a:lnTo>
                <a:lnTo>
                  <a:pt x="285381" y="197891"/>
                </a:lnTo>
                <a:lnTo>
                  <a:pt x="285483" y="191833"/>
                </a:lnTo>
                <a:lnTo>
                  <a:pt x="291109" y="150418"/>
                </a:lnTo>
                <a:lnTo>
                  <a:pt x="308762" y="104711"/>
                </a:lnTo>
                <a:lnTo>
                  <a:pt x="336575" y="67741"/>
                </a:lnTo>
                <a:lnTo>
                  <a:pt x="373138" y="43383"/>
                </a:lnTo>
                <a:lnTo>
                  <a:pt x="415721" y="35026"/>
                </a:lnTo>
                <a:lnTo>
                  <a:pt x="430110" y="35953"/>
                </a:lnTo>
                <a:lnTo>
                  <a:pt x="471805" y="58153"/>
                </a:lnTo>
                <a:lnTo>
                  <a:pt x="487553" y="104711"/>
                </a:lnTo>
                <a:lnTo>
                  <a:pt x="487553" y="17729"/>
                </a:lnTo>
                <a:lnTo>
                  <a:pt x="477354" y="11214"/>
                </a:lnTo>
                <a:lnTo>
                  <a:pt x="461708" y="4978"/>
                </a:lnTo>
                <a:lnTo>
                  <a:pt x="444119" y="1244"/>
                </a:lnTo>
                <a:lnTo>
                  <a:pt x="424561" y="0"/>
                </a:lnTo>
                <a:lnTo>
                  <a:pt x="404177" y="1244"/>
                </a:lnTo>
                <a:lnTo>
                  <a:pt x="365633" y="11214"/>
                </a:lnTo>
                <a:lnTo>
                  <a:pt x="330365" y="30759"/>
                </a:lnTo>
                <a:lnTo>
                  <a:pt x="300342" y="57797"/>
                </a:lnTo>
                <a:lnTo>
                  <a:pt x="275856" y="91846"/>
                </a:lnTo>
                <a:lnTo>
                  <a:pt x="258394" y="129946"/>
                </a:lnTo>
                <a:lnTo>
                  <a:pt x="247980" y="171653"/>
                </a:lnTo>
                <a:lnTo>
                  <a:pt x="245910" y="191833"/>
                </a:lnTo>
                <a:lnTo>
                  <a:pt x="245973" y="197891"/>
                </a:lnTo>
                <a:lnTo>
                  <a:pt x="246100" y="210947"/>
                </a:lnTo>
                <a:lnTo>
                  <a:pt x="260223" y="260223"/>
                </a:lnTo>
                <a:lnTo>
                  <a:pt x="294728" y="292874"/>
                </a:lnTo>
                <a:lnTo>
                  <a:pt x="348449" y="304203"/>
                </a:lnTo>
                <a:lnTo>
                  <a:pt x="368896" y="302945"/>
                </a:lnTo>
                <a:lnTo>
                  <a:pt x="388569" y="299173"/>
                </a:lnTo>
                <a:lnTo>
                  <a:pt x="407441" y="292874"/>
                </a:lnTo>
                <a:lnTo>
                  <a:pt x="414909" y="289242"/>
                </a:lnTo>
                <a:lnTo>
                  <a:pt x="429907" y="315214"/>
                </a:lnTo>
                <a:lnTo>
                  <a:pt x="470090" y="315214"/>
                </a:lnTo>
                <a:lnTo>
                  <a:pt x="444906" y="271183"/>
                </a:lnTo>
                <a:lnTo>
                  <a:pt x="458292" y="260223"/>
                </a:lnTo>
                <a:lnTo>
                  <a:pt x="485470" y="228993"/>
                </a:lnTo>
                <a:lnTo>
                  <a:pt x="506577" y="191833"/>
                </a:lnTo>
                <a:lnTo>
                  <a:pt x="520890" y="150418"/>
                </a:lnTo>
                <a:lnTo>
                  <a:pt x="525030" y="129794"/>
                </a:lnTo>
                <a:lnTo>
                  <a:pt x="526897" y="110426"/>
                </a:lnTo>
                <a:close/>
              </a:path>
              <a:path w="723265" h="315595">
                <a:moveTo>
                  <a:pt x="723099" y="266001"/>
                </a:moveTo>
                <a:lnTo>
                  <a:pt x="574179" y="266001"/>
                </a:lnTo>
                <a:lnTo>
                  <a:pt x="639457" y="4953"/>
                </a:lnTo>
                <a:lnTo>
                  <a:pt x="602361" y="4953"/>
                </a:lnTo>
                <a:lnTo>
                  <a:pt x="528739" y="299542"/>
                </a:lnTo>
                <a:lnTo>
                  <a:pt x="714768" y="299542"/>
                </a:lnTo>
                <a:lnTo>
                  <a:pt x="723099" y="266001"/>
                </a:lnTo>
                <a:close/>
              </a:path>
            </a:pathLst>
          </a:custGeom>
          <a:solidFill>
            <a:srgbClr val="DFA0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853974" y="4214621"/>
            <a:ext cx="1100455" cy="386080"/>
          </a:xfrm>
          <a:custGeom>
            <a:avLst/>
            <a:gdLst/>
            <a:ahLst/>
            <a:cxnLst/>
            <a:rect l="l" t="t" r="r" b="b"/>
            <a:pathLst>
              <a:path w="1100454" h="386079">
                <a:moveTo>
                  <a:pt x="280987" y="110426"/>
                </a:moveTo>
                <a:lnTo>
                  <a:pt x="273215" y="57797"/>
                </a:lnTo>
                <a:lnTo>
                  <a:pt x="259905" y="35026"/>
                </a:lnTo>
                <a:lnTo>
                  <a:pt x="256743" y="30759"/>
                </a:lnTo>
                <a:lnTo>
                  <a:pt x="245122" y="19939"/>
                </a:lnTo>
                <a:lnTo>
                  <a:pt x="241642" y="17729"/>
                </a:lnTo>
                <a:lnTo>
                  <a:pt x="241642" y="104711"/>
                </a:lnTo>
                <a:lnTo>
                  <a:pt x="241528" y="119087"/>
                </a:lnTo>
                <a:lnTo>
                  <a:pt x="231571" y="167233"/>
                </a:lnTo>
                <a:lnTo>
                  <a:pt x="210197" y="211734"/>
                </a:lnTo>
                <a:lnTo>
                  <a:pt x="182638" y="242582"/>
                </a:lnTo>
                <a:lnTo>
                  <a:pt x="156425" y="196748"/>
                </a:lnTo>
                <a:lnTo>
                  <a:pt x="115544" y="196748"/>
                </a:lnTo>
                <a:lnTo>
                  <a:pt x="152666" y="260997"/>
                </a:lnTo>
                <a:lnTo>
                  <a:pt x="140500" y="265264"/>
                </a:lnTo>
                <a:lnTo>
                  <a:pt x="126250" y="268122"/>
                </a:lnTo>
                <a:lnTo>
                  <a:pt x="111379" y="269074"/>
                </a:lnTo>
                <a:lnTo>
                  <a:pt x="96735" y="268122"/>
                </a:lnTo>
                <a:lnTo>
                  <a:pt x="96875" y="268122"/>
                </a:lnTo>
                <a:lnTo>
                  <a:pt x="83947" y="265264"/>
                </a:lnTo>
                <a:lnTo>
                  <a:pt x="54914" y="245529"/>
                </a:lnTo>
                <a:lnTo>
                  <a:pt x="54825" y="245402"/>
                </a:lnTo>
                <a:lnTo>
                  <a:pt x="48615" y="235889"/>
                </a:lnTo>
                <a:lnTo>
                  <a:pt x="48488" y="235597"/>
                </a:lnTo>
                <a:lnTo>
                  <a:pt x="43891" y="224637"/>
                </a:lnTo>
                <a:lnTo>
                  <a:pt x="43827" y="224370"/>
                </a:lnTo>
                <a:lnTo>
                  <a:pt x="40830" y="211924"/>
                </a:lnTo>
                <a:lnTo>
                  <a:pt x="40728" y="210947"/>
                </a:lnTo>
                <a:lnTo>
                  <a:pt x="39471" y="197891"/>
                </a:lnTo>
                <a:lnTo>
                  <a:pt x="39573" y="191833"/>
                </a:lnTo>
                <a:lnTo>
                  <a:pt x="45199" y="150418"/>
                </a:lnTo>
                <a:lnTo>
                  <a:pt x="62852" y="104711"/>
                </a:lnTo>
                <a:lnTo>
                  <a:pt x="90665" y="67741"/>
                </a:lnTo>
                <a:lnTo>
                  <a:pt x="127228" y="43383"/>
                </a:lnTo>
                <a:lnTo>
                  <a:pt x="169811" y="35026"/>
                </a:lnTo>
                <a:lnTo>
                  <a:pt x="184200" y="35953"/>
                </a:lnTo>
                <a:lnTo>
                  <a:pt x="225894" y="58153"/>
                </a:lnTo>
                <a:lnTo>
                  <a:pt x="241642" y="104711"/>
                </a:lnTo>
                <a:lnTo>
                  <a:pt x="241642" y="17729"/>
                </a:lnTo>
                <a:lnTo>
                  <a:pt x="231444" y="11214"/>
                </a:lnTo>
                <a:lnTo>
                  <a:pt x="215798" y="4978"/>
                </a:lnTo>
                <a:lnTo>
                  <a:pt x="198208" y="1244"/>
                </a:lnTo>
                <a:lnTo>
                  <a:pt x="178650" y="0"/>
                </a:lnTo>
                <a:lnTo>
                  <a:pt x="158280" y="1244"/>
                </a:lnTo>
                <a:lnTo>
                  <a:pt x="119722" y="11214"/>
                </a:lnTo>
                <a:lnTo>
                  <a:pt x="84455" y="30759"/>
                </a:lnTo>
                <a:lnTo>
                  <a:pt x="54432" y="57797"/>
                </a:lnTo>
                <a:lnTo>
                  <a:pt x="29959" y="91846"/>
                </a:lnTo>
                <a:lnTo>
                  <a:pt x="12484" y="129946"/>
                </a:lnTo>
                <a:lnTo>
                  <a:pt x="2070" y="171653"/>
                </a:lnTo>
                <a:lnTo>
                  <a:pt x="0" y="191833"/>
                </a:lnTo>
                <a:lnTo>
                  <a:pt x="63" y="197891"/>
                </a:lnTo>
                <a:lnTo>
                  <a:pt x="190" y="210947"/>
                </a:lnTo>
                <a:lnTo>
                  <a:pt x="14312" y="260223"/>
                </a:lnTo>
                <a:lnTo>
                  <a:pt x="48818" y="292874"/>
                </a:lnTo>
                <a:lnTo>
                  <a:pt x="102539" y="304203"/>
                </a:lnTo>
                <a:lnTo>
                  <a:pt x="122986" y="302945"/>
                </a:lnTo>
                <a:lnTo>
                  <a:pt x="142659" y="299173"/>
                </a:lnTo>
                <a:lnTo>
                  <a:pt x="161531" y="292874"/>
                </a:lnTo>
                <a:lnTo>
                  <a:pt x="168998" y="289242"/>
                </a:lnTo>
                <a:lnTo>
                  <a:pt x="183997" y="315214"/>
                </a:lnTo>
                <a:lnTo>
                  <a:pt x="224180" y="315214"/>
                </a:lnTo>
                <a:lnTo>
                  <a:pt x="198996" y="271183"/>
                </a:lnTo>
                <a:lnTo>
                  <a:pt x="212382" y="260223"/>
                </a:lnTo>
                <a:lnTo>
                  <a:pt x="239560" y="228993"/>
                </a:lnTo>
                <a:lnTo>
                  <a:pt x="260667" y="191833"/>
                </a:lnTo>
                <a:lnTo>
                  <a:pt x="274980" y="150418"/>
                </a:lnTo>
                <a:lnTo>
                  <a:pt x="279120" y="129794"/>
                </a:lnTo>
                <a:lnTo>
                  <a:pt x="280987" y="110426"/>
                </a:lnTo>
                <a:close/>
              </a:path>
              <a:path w="1100454" h="386079">
                <a:moveTo>
                  <a:pt x="511022" y="89992"/>
                </a:moveTo>
                <a:lnTo>
                  <a:pt x="475310" y="89992"/>
                </a:lnTo>
                <a:lnTo>
                  <a:pt x="446138" y="206565"/>
                </a:lnTo>
                <a:lnTo>
                  <a:pt x="443077" y="216877"/>
                </a:lnTo>
                <a:lnTo>
                  <a:pt x="423456" y="249656"/>
                </a:lnTo>
                <a:lnTo>
                  <a:pt x="387845" y="269976"/>
                </a:lnTo>
                <a:lnTo>
                  <a:pt x="371424" y="271754"/>
                </a:lnTo>
                <a:lnTo>
                  <a:pt x="361111" y="270979"/>
                </a:lnTo>
                <a:lnTo>
                  <a:pt x="333400" y="242189"/>
                </a:lnTo>
                <a:lnTo>
                  <a:pt x="333959" y="230035"/>
                </a:lnTo>
                <a:lnTo>
                  <a:pt x="336804" y="215506"/>
                </a:lnTo>
                <a:lnTo>
                  <a:pt x="368147" y="89992"/>
                </a:lnTo>
                <a:lnTo>
                  <a:pt x="332333" y="89992"/>
                </a:lnTo>
                <a:lnTo>
                  <a:pt x="299796" y="220065"/>
                </a:lnTo>
                <a:lnTo>
                  <a:pt x="297002" y="233781"/>
                </a:lnTo>
                <a:lnTo>
                  <a:pt x="295770" y="246265"/>
                </a:lnTo>
                <a:lnTo>
                  <a:pt x="296113" y="257492"/>
                </a:lnTo>
                <a:lnTo>
                  <a:pt x="318541" y="294779"/>
                </a:lnTo>
                <a:lnTo>
                  <a:pt x="355854" y="303403"/>
                </a:lnTo>
                <a:lnTo>
                  <a:pt x="366966" y="302793"/>
                </a:lnTo>
                <a:lnTo>
                  <a:pt x="407428" y="288074"/>
                </a:lnTo>
                <a:lnTo>
                  <a:pt x="431253" y="264312"/>
                </a:lnTo>
                <a:lnTo>
                  <a:pt x="432142" y="264312"/>
                </a:lnTo>
                <a:lnTo>
                  <a:pt x="429704" y="278536"/>
                </a:lnTo>
                <a:lnTo>
                  <a:pt x="428307" y="290118"/>
                </a:lnTo>
                <a:lnTo>
                  <a:pt x="427685" y="299542"/>
                </a:lnTo>
                <a:lnTo>
                  <a:pt x="461124" y="299542"/>
                </a:lnTo>
                <a:lnTo>
                  <a:pt x="469684" y="255612"/>
                </a:lnTo>
                <a:lnTo>
                  <a:pt x="511022" y="89992"/>
                </a:lnTo>
                <a:close/>
              </a:path>
              <a:path w="1100454" h="386079">
                <a:moveTo>
                  <a:pt x="711974" y="154559"/>
                </a:moveTo>
                <a:lnTo>
                  <a:pt x="710653" y="140893"/>
                </a:lnTo>
                <a:lnTo>
                  <a:pt x="707529" y="128371"/>
                </a:lnTo>
                <a:lnTo>
                  <a:pt x="702589" y="117297"/>
                </a:lnTo>
                <a:lnTo>
                  <a:pt x="701878" y="116281"/>
                </a:lnTo>
                <a:lnTo>
                  <a:pt x="695871" y="107683"/>
                </a:lnTo>
                <a:lnTo>
                  <a:pt x="687336" y="99517"/>
                </a:lnTo>
                <a:lnTo>
                  <a:pt x="677176" y="93002"/>
                </a:lnTo>
                <a:lnTo>
                  <a:pt x="676529" y="92748"/>
                </a:lnTo>
                <a:lnTo>
                  <a:pt x="676529" y="165277"/>
                </a:lnTo>
                <a:lnTo>
                  <a:pt x="675627" y="173634"/>
                </a:lnTo>
                <a:lnTo>
                  <a:pt x="555193" y="173634"/>
                </a:lnTo>
                <a:lnTo>
                  <a:pt x="555244" y="173494"/>
                </a:lnTo>
                <a:lnTo>
                  <a:pt x="575602" y="140893"/>
                </a:lnTo>
                <a:lnTo>
                  <a:pt x="613295" y="118389"/>
                </a:lnTo>
                <a:lnTo>
                  <a:pt x="622046" y="116725"/>
                </a:lnTo>
                <a:lnTo>
                  <a:pt x="622922" y="116725"/>
                </a:lnTo>
                <a:lnTo>
                  <a:pt x="630085" y="116281"/>
                </a:lnTo>
                <a:lnTo>
                  <a:pt x="666800" y="131953"/>
                </a:lnTo>
                <a:lnTo>
                  <a:pt x="676529" y="165277"/>
                </a:lnTo>
                <a:lnTo>
                  <a:pt x="676529" y="92748"/>
                </a:lnTo>
                <a:lnTo>
                  <a:pt x="665556" y="88353"/>
                </a:lnTo>
                <a:lnTo>
                  <a:pt x="652094" y="85483"/>
                </a:lnTo>
                <a:lnTo>
                  <a:pt x="651217" y="85483"/>
                </a:lnTo>
                <a:lnTo>
                  <a:pt x="637933" y="84632"/>
                </a:lnTo>
                <a:lnTo>
                  <a:pt x="596569" y="92278"/>
                </a:lnTo>
                <a:lnTo>
                  <a:pt x="559422" y="114541"/>
                </a:lnTo>
                <a:lnTo>
                  <a:pt x="530250" y="149047"/>
                </a:lnTo>
                <a:lnTo>
                  <a:pt x="512318" y="192786"/>
                </a:lnTo>
                <a:lnTo>
                  <a:pt x="512203" y="193370"/>
                </a:lnTo>
                <a:lnTo>
                  <a:pt x="509117" y="208813"/>
                </a:lnTo>
                <a:lnTo>
                  <a:pt x="507758" y="223862"/>
                </a:lnTo>
                <a:lnTo>
                  <a:pt x="507809" y="225729"/>
                </a:lnTo>
                <a:lnTo>
                  <a:pt x="508228" y="237934"/>
                </a:lnTo>
                <a:lnTo>
                  <a:pt x="527634" y="282409"/>
                </a:lnTo>
                <a:lnTo>
                  <a:pt x="571842" y="302945"/>
                </a:lnTo>
                <a:lnTo>
                  <a:pt x="586130" y="303809"/>
                </a:lnTo>
                <a:lnTo>
                  <a:pt x="597230" y="303339"/>
                </a:lnTo>
                <a:lnTo>
                  <a:pt x="638314" y="292125"/>
                </a:lnTo>
                <a:lnTo>
                  <a:pt x="666153" y="272948"/>
                </a:lnTo>
                <a:lnTo>
                  <a:pt x="671868" y="267385"/>
                </a:lnTo>
                <a:lnTo>
                  <a:pt x="678726" y="259435"/>
                </a:lnTo>
                <a:lnTo>
                  <a:pt x="684911" y="250863"/>
                </a:lnTo>
                <a:lnTo>
                  <a:pt x="690410" y="241693"/>
                </a:lnTo>
                <a:lnTo>
                  <a:pt x="660552" y="232664"/>
                </a:lnTo>
                <a:lnTo>
                  <a:pt x="654596" y="241985"/>
                </a:lnTo>
                <a:lnTo>
                  <a:pt x="648017" y="250101"/>
                </a:lnTo>
                <a:lnTo>
                  <a:pt x="606412" y="272313"/>
                </a:lnTo>
                <a:lnTo>
                  <a:pt x="596455" y="272948"/>
                </a:lnTo>
                <a:lnTo>
                  <a:pt x="586219" y="272313"/>
                </a:lnTo>
                <a:lnTo>
                  <a:pt x="586498" y="272313"/>
                </a:lnTo>
                <a:lnTo>
                  <a:pt x="577278" y="270395"/>
                </a:lnTo>
                <a:lnTo>
                  <a:pt x="577494" y="270395"/>
                </a:lnTo>
                <a:lnTo>
                  <a:pt x="569785" y="267385"/>
                </a:lnTo>
                <a:lnTo>
                  <a:pt x="562914" y="263131"/>
                </a:lnTo>
                <a:lnTo>
                  <a:pt x="557098" y="257657"/>
                </a:lnTo>
                <a:lnTo>
                  <a:pt x="552450" y="251167"/>
                </a:lnTo>
                <a:lnTo>
                  <a:pt x="552386" y="251015"/>
                </a:lnTo>
                <a:lnTo>
                  <a:pt x="552310" y="250863"/>
                </a:lnTo>
                <a:lnTo>
                  <a:pt x="548970" y="243662"/>
                </a:lnTo>
                <a:lnTo>
                  <a:pt x="546646" y="235140"/>
                </a:lnTo>
                <a:lnTo>
                  <a:pt x="545592" y="225729"/>
                </a:lnTo>
                <a:lnTo>
                  <a:pt x="545617" y="223862"/>
                </a:lnTo>
                <a:lnTo>
                  <a:pt x="545782" y="215620"/>
                </a:lnTo>
                <a:lnTo>
                  <a:pt x="547217" y="204838"/>
                </a:lnTo>
                <a:lnTo>
                  <a:pt x="548220" y="200621"/>
                </a:lnTo>
                <a:lnTo>
                  <a:pt x="704303" y="200621"/>
                </a:lnTo>
                <a:lnTo>
                  <a:pt x="708799" y="184416"/>
                </a:lnTo>
                <a:lnTo>
                  <a:pt x="711352" y="169062"/>
                </a:lnTo>
                <a:lnTo>
                  <a:pt x="711974" y="154559"/>
                </a:lnTo>
                <a:close/>
              </a:path>
              <a:path w="1100454" h="386079">
                <a:moveTo>
                  <a:pt x="881214" y="87503"/>
                </a:moveTo>
                <a:lnTo>
                  <a:pt x="879030" y="86918"/>
                </a:lnTo>
                <a:lnTo>
                  <a:pt x="870991" y="85623"/>
                </a:lnTo>
                <a:lnTo>
                  <a:pt x="864146" y="85420"/>
                </a:lnTo>
                <a:lnTo>
                  <a:pt x="853859" y="86106"/>
                </a:lnTo>
                <a:lnTo>
                  <a:pt x="815352" y="102247"/>
                </a:lnTo>
                <a:lnTo>
                  <a:pt x="791819" y="127393"/>
                </a:lnTo>
                <a:lnTo>
                  <a:pt x="790917" y="127393"/>
                </a:lnTo>
                <a:lnTo>
                  <a:pt x="798271" y="89992"/>
                </a:lnTo>
                <a:lnTo>
                  <a:pt x="764527" y="89992"/>
                </a:lnTo>
                <a:lnTo>
                  <a:pt x="712139" y="299542"/>
                </a:lnTo>
                <a:lnTo>
                  <a:pt x="747864" y="299542"/>
                </a:lnTo>
                <a:lnTo>
                  <a:pt x="775347" y="189611"/>
                </a:lnTo>
                <a:lnTo>
                  <a:pt x="778560" y="178752"/>
                </a:lnTo>
                <a:lnTo>
                  <a:pt x="798957" y="143560"/>
                </a:lnTo>
                <a:lnTo>
                  <a:pt x="836434" y="120548"/>
                </a:lnTo>
                <a:lnTo>
                  <a:pt x="853338" y="118465"/>
                </a:lnTo>
                <a:lnTo>
                  <a:pt x="861072" y="118465"/>
                </a:lnTo>
                <a:lnTo>
                  <a:pt x="867625" y="119164"/>
                </a:lnTo>
                <a:lnTo>
                  <a:pt x="872972" y="120548"/>
                </a:lnTo>
                <a:lnTo>
                  <a:pt x="881214" y="87503"/>
                </a:lnTo>
                <a:close/>
              </a:path>
              <a:path w="1100454" h="386079">
                <a:moveTo>
                  <a:pt x="1100289" y="89992"/>
                </a:moveTo>
                <a:lnTo>
                  <a:pt x="1060208" y="89992"/>
                </a:lnTo>
                <a:lnTo>
                  <a:pt x="960589" y="255193"/>
                </a:lnTo>
                <a:lnTo>
                  <a:pt x="959294" y="255193"/>
                </a:lnTo>
                <a:lnTo>
                  <a:pt x="938657" y="89992"/>
                </a:lnTo>
                <a:lnTo>
                  <a:pt x="898575" y="89992"/>
                </a:lnTo>
                <a:lnTo>
                  <a:pt x="929627" y="302323"/>
                </a:lnTo>
                <a:lnTo>
                  <a:pt x="916038" y="323151"/>
                </a:lnTo>
                <a:lnTo>
                  <a:pt x="881837" y="351129"/>
                </a:lnTo>
                <a:lnTo>
                  <a:pt x="869403" y="351129"/>
                </a:lnTo>
                <a:lnTo>
                  <a:pt x="865403" y="350774"/>
                </a:lnTo>
                <a:lnTo>
                  <a:pt x="857402" y="349377"/>
                </a:lnTo>
                <a:lnTo>
                  <a:pt x="853833" y="348488"/>
                </a:lnTo>
                <a:lnTo>
                  <a:pt x="850658" y="347357"/>
                </a:lnTo>
                <a:lnTo>
                  <a:pt x="842124" y="381596"/>
                </a:lnTo>
                <a:lnTo>
                  <a:pt x="849134" y="384238"/>
                </a:lnTo>
                <a:lnTo>
                  <a:pt x="857097" y="385559"/>
                </a:lnTo>
                <a:lnTo>
                  <a:pt x="866038" y="385559"/>
                </a:lnTo>
                <a:lnTo>
                  <a:pt x="910386" y="373062"/>
                </a:lnTo>
                <a:lnTo>
                  <a:pt x="939647" y="344690"/>
                </a:lnTo>
                <a:lnTo>
                  <a:pt x="948982" y="330898"/>
                </a:lnTo>
                <a:lnTo>
                  <a:pt x="1100289" y="89992"/>
                </a:lnTo>
                <a:close/>
              </a:path>
            </a:pathLst>
          </a:custGeom>
          <a:solidFill>
            <a:srgbClr val="DFA06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7497" y="4211835"/>
            <a:ext cx="2234455" cy="3873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641600" y="5432445"/>
            <a:ext cx="1094676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-335" dirty="0">
                <a:solidFill>
                  <a:srgbClr val="D6ECE9"/>
                </a:solidFill>
                <a:latin typeface="Lucida Sans Unicode"/>
                <a:cs typeface="Lucida Sans Unicode"/>
              </a:rPr>
              <a:t>13</a:t>
            </a:r>
            <a:r>
              <a:rPr sz="1950" spc="-204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2000" spc="-145" dirty="0">
                <a:solidFill>
                  <a:srgbClr val="D6ECE9"/>
                </a:solidFill>
                <a:latin typeface="Lucida Sans Unicode"/>
                <a:cs typeface="Lucida Sans Unicode"/>
              </a:rPr>
              <a:t>real</a:t>
            </a:r>
            <a:r>
              <a:rPr sz="2000" spc="-10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2000" spc="-155" dirty="0">
                <a:solidFill>
                  <a:srgbClr val="D6ECE9"/>
                </a:solidFill>
                <a:latin typeface="Lucida Sans Unicode"/>
                <a:cs typeface="Lucida Sans Unicode"/>
              </a:rPr>
              <a:t>business </a:t>
            </a:r>
            <a:r>
              <a:rPr sz="2000" spc="-170" dirty="0">
                <a:solidFill>
                  <a:srgbClr val="D6ECE9"/>
                </a:solidFill>
                <a:latin typeface="Lucida Sans Unicode"/>
                <a:cs typeface="Lucida Sans Unicode"/>
              </a:rPr>
              <a:t>questions,</a:t>
            </a:r>
            <a:r>
              <a:rPr sz="2000" spc="-9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2000" spc="-120" dirty="0">
                <a:solidFill>
                  <a:srgbClr val="D6ECE9"/>
                </a:solidFill>
                <a:latin typeface="Lucida Sans Unicode"/>
                <a:cs typeface="Lucida Sans Unicode"/>
              </a:rPr>
              <a:t>answered</a:t>
            </a:r>
            <a:r>
              <a:rPr sz="2000" spc="-18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2000" spc="-120" dirty="0">
                <a:solidFill>
                  <a:srgbClr val="D6ECE9"/>
                </a:solidFill>
                <a:latin typeface="Lucida Sans Unicode"/>
                <a:cs typeface="Lucida Sans Unicode"/>
              </a:rPr>
              <a:t>one</a:t>
            </a:r>
            <a:r>
              <a:rPr sz="2000" spc="-28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2000" spc="-114" dirty="0">
                <a:solidFill>
                  <a:srgbClr val="D6ECE9"/>
                </a:solidFill>
                <a:latin typeface="Lucida Sans Unicode"/>
                <a:cs typeface="Lucida Sans Unicode"/>
              </a:rPr>
              <a:t>query</a:t>
            </a:r>
            <a:r>
              <a:rPr sz="2000" spc="-27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2000" spc="-114" dirty="0">
                <a:solidFill>
                  <a:srgbClr val="D6ECE9"/>
                </a:solidFill>
                <a:latin typeface="Lucida Sans Unicode"/>
                <a:cs typeface="Lucida Sans Unicode"/>
              </a:rPr>
              <a:t>at</a:t>
            </a:r>
            <a:r>
              <a:rPr sz="2000" spc="-14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2000" spc="-110" dirty="0">
                <a:solidFill>
                  <a:srgbClr val="D6ECE9"/>
                </a:solidFill>
                <a:latin typeface="Lucida Sans Unicode"/>
                <a:cs typeface="Lucida Sans Unicode"/>
              </a:rPr>
              <a:t>a</a:t>
            </a:r>
            <a:r>
              <a:rPr sz="2000" spc="-20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2000" spc="-150" dirty="0">
                <a:solidFill>
                  <a:srgbClr val="D6ECE9"/>
                </a:solidFill>
                <a:latin typeface="Lucida Sans Unicode"/>
                <a:cs typeface="Lucida Sans Unicode"/>
              </a:rPr>
              <a:t>time</a:t>
            </a:r>
            <a:r>
              <a:rPr sz="2000" spc="-17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2000" spc="60" dirty="0">
                <a:solidFill>
                  <a:srgbClr val="D6ECE9"/>
                </a:solidFill>
                <a:latin typeface="Lucida Sans Unicode"/>
                <a:cs typeface="Lucida Sans Unicode"/>
              </a:rPr>
              <a:t>—</a:t>
            </a:r>
            <a:r>
              <a:rPr sz="2000" spc="-39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2000" spc="-150" dirty="0">
                <a:solidFill>
                  <a:srgbClr val="D6ECE9"/>
                </a:solidFill>
                <a:latin typeface="Lucida Sans Unicode"/>
                <a:cs typeface="Lucida Sans Unicode"/>
              </a:rPr>
              <a:t>from</a:t>
            </a:r>
            <a:r>
              <a:rPr sz="2000" spc="-17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2000" spc="-110" dirty="0">
                <a:solidFill>
                  <a:srgbClr val="D6ECE9"/>
                </a:solidFill>
                <a:latin typeface="Lucida Sans Unicode"/>
                <a:cs typeface="Lucida Sans Unicode"/>
              </a:rPr>
              <a:t>a</a:t>
            </a:r>
            <a:r>
              <a:rPr sz="2000" spc="-204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2000" spc="-165" dirty="0">
                <a:solidFill>
                  <a:srgbClr val="D6ECE9"/>
                </a:solidFill>
                <a:latin typeface="Lucida Sans Unicode"/>
                <a:cs typeface="Lucida Sans Unicode"/>
              </a:rPr>
              <a:t>single</a:t>
            </a:r>
            <a:r>
              <a:rPr sz="2000" spc="-17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2000" spc="-10" dirty="0">
                <a:solidFill>
                  <a:srgbClr val="D6ECE9"/>
                </a:solidFill>
                <a:latin typeface="Lucida Sans Unicode"/>
                <a:cs typeface="Lucida Sans Unicode"/>
              </a:rPr>
              <a:t>SELECT</a:t>
            </a:r>
            <a:r>
              <a:rPr sz="2000" spc="-24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D6ECE9"/>
                </a:solidFill>
                <a:latin typeface="Lucida Sans Unicode"/>
                <a:cs typeface="Lucida Sans Unicode"/>
              </a:rPr>
              <a:t>*</a:t>
            </a:r>
            <a:r>
              <a:rPr sz="2000" spc="-204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2000" spc="-145" dirty="0">
                <a:solidFill>
                  <a:srgbClr val="D6ECE9"/>
                </a:solidFill>
                <a:latin typeface="Lucida Sans Unicode"/>
                <a:cs typeface="Lucida Sans Unicode"/>
              </a:rPr>
              <a:t>to</a:t>
            </a:r>
            <a:r>
              <a:rPr sz="2000" spc="-229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2000" spc="-225" dirty="0">
                <a:solidFill>
                  <a:srgbClr val="D6ECE9"/>
                </a:solidFill>
                <a:latin typeface="Lucida Sans Unicode"/>
                <a:cs typeface="Lucida Sans Unicode"/>
              </a:rPr>
              <a:t>multi-</a:t>
            </a:r>
            <a:r>
              <a:rPr sz="2000" spc="-145" dirty="0">
                <a:solidFill>
                  <a:srgbClr val="D6ECE9"/>
                </a:solidFill>
                <a:latin typeface="Lucida Sans Unicode"/>
                <a:cs typeface="Lucida Sans Unicode"/>
              </a:rPr>
              <a:t>table</a:t>
            </a:r>
            <a:r>
              <a:rPr sz="2000" spc="-28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2000" spc="-85" dirty="0">
                <a:solidFill>
                  <a:srgbClr val="D6ECE9"/>
                </a:solidFill>
                <a:latin typeface="Lucida Sans Unicode"/>
                <a:cs typeface="Lucida Sans Unicode"/>
              </a:rPr>
              <a:t>joins.</a:t>
            </a:r>
            <a:endParaRPr sz="20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30800" y="6478257"/>
            <a:ext cx="5989955" cy="755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160" algn="ctr">
              <a:lnSpc>
                <a:spcPct val="100000"/>
              </a:lnSpc>
              <a:spcBef>
                <a:spcPts val="90"/>
              </a:spcBef>
            </a:pPr>
            <a:r>
              <a:rPr sz="1800" b="1" spc="-160" dirty="0">
                <a:solidFill>
                  <a:srgbClr val="DFA06A"/>
                </a:solidFill>
                <a:latin typeface="Arial"/>
                <a:cs typeface="Arial"/>
              </a:rPr>
              <a:t>TABLES</a:t>
            </a:r>
            <a:r>
              <a:rPr sz="1800" b="1" spc="-23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b="1" spc="-95" dirty="0">
                <a:solidFill>
                  <a:srgbClr val="DFA06A"/>
                </a:solidFill>
                <a:latin typeface="Arial"/>
                <a:cs typeface="Arial"/>
              </a:rPr>
              <a:t>COVERED</a:t>
            </a:r>
            <a:r>
              <a:rPr sz="1800" b="1" spc="25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spc="-135" dirty="0">
                <a:solidFill>
                  <a:srgbClr val="FAFAF6"/>
                </a:solidFill>
                <a:latin typeface="Lucida Sans Unicode"/>
                <a:cs typeface="Lucida Sans Unicode"/>
              </a:rPr>
              <a:t>movies</a:t>
            </a:r>
            <a:r>
              <a:rPr sz="1800" spc="75" dirty="0">
                <a:solidFill>
                  <a:srgbClr val="FAFAF6"/>
                </a:solidFill>
                <a:latin typeface="Lucida Sans Unicode"/>
                <a:cs typeface="Lucida Sans Unicode"/>
              </a:rPr>
              <a:t> </a:t>
            </a:r>
            <a:r>
              <a:rPr sz="1650" spc="-500" dirty="0">
                <a:solidFill>
                  <a:srgbClr val="FAFAF6"/>
                </a:solidFill>
                <a:latin typeface="Lucida Sans Unicode"/>
                <a:cs typeface="Lucida Sans Unicode"/>
              </a:rPr>
              <a:t>·</a:t>
            </a:r>
            <a:r>
              <a:rPr sz="1650" spc="370" dirty="0">
                <a:solidFill>
                  <a:srgbClr val="FAFAF6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FAFAF6"/>
                </a:solidFill>
                <a:latin typeface="Lucida Sans Unicode"/>
                <a:cs typeface="Lucida Sans Unicode"/>
              </a:rPr>
              <a:t>directors</a:t>
            </a:r>
            <a:endParaRPr sz="18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1800" b="1" spc="-125" dirty="0">
                <a:solidFill>
                  <a:srgbClr val="DFA06A"/>
                </a:solidFill>
                <a:latin typeface="Arial"/>
                <a:cs typeface="Arial"/>
              </a:rPr>
              <a:t>SQL</a:t>
            </a:r>
            <a:r>
              <a:rPr sz="1800" b="1" spc="-27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b="1" spc="-120" dirty="0">
                <a:solidFill>
                  <a:srgbClr val="DFA06A"/>
                </a:solidFill>
                <a:latin typeface="Arial"/>
                <a:cs typeface="Arial"/>
              </a:rPr>
              <a:t>SKILLS</a:t>
            </a:r>
            <a:r>
              <a:rPr sz="1800" b="1" spc="-23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b="1" spc="-110" dirty="0">
                <a:solidFill>
                  <a:srgbClr val="DFA06A"/>
                </a:solidFill>
                <a:latin typeface="Arial"/>
                <a:cs typeface="Arial"/>
              </a:rPr>
              <a:t>COVERED</a:t>
            </a:r>
            <a:r>
              <a:rPr sz="1800" b="1" spc="38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800" spc="-170" dirty="0">
                <a:solidFill>
                  <a:srgbClr val="FAFAF6"/>
                </a:solidFill>
                <a:latin typeface="Lucida Sans Unicode"/>
                <a:cs typeface="Lucida Sans Unicode"/>
              </a:rPr>
              <a:t>filtering</a:t>
            </a:r>
            <a:r>
              <a:rPr sz="1800" spc="-235" dirty="0">
                <a:solidFill>
                  <a:srgbClr val="FAFAF6"/>
                </a:solidFill>
                <a:latin typeface="Lucida Sans Unicode"/>
                <a:cs typeface="Lucida Sans Unicode"/>
              </a:rPr>
              <a:t> </a:t>
            </a:r>
            <a:r>
              <a:rPr sz="1650" spc="-500" dirty="0">
                <a:solidFill>
                  <a:srgbClr val="FAFAF6"/>
                </a:solidFill>
                <a:latin typeface="Lucida Sans Unicode"/>
                <a:cs typeface="Lucida Sans Unicode"/>
              </a:rPr>
              <a:t>·</a:t>
            </a:r>
            <a:r>
              <a:rPr sz="1650" spc="125" dirty="0">
                <a:solidFill>
                  <a:srgbClr val="FAFAF6"/>
                </a:solidFill>
                <a:latin typeface="Lucida Sans Unicode"/>
                <a:cs typeface="Lucida Sans Unicode"/>
              </a:rPr>
              <a:t> </a:t>
            </a:r>
            <a:r>
              <a:rPr sz="1800" spc="-175" dirty="0">
                <a:solidFill>
                  <a:srgbClr val="FAFAF6"/>
                </a:solidFill>
                <a:latin typeface="Lucida Sans Unicode"/>
                <a:cs typeface="Lucida Sans Unicode"/>
              </a:rPr>
              <a:t>sorting</a:t>
            </a:r>
            <a:r>
              <a:rPr sz="1800" spc="-235" dirty="0">
                <a:solidFill>
                  <a:srgbClr val="FAFAF6"/>
                </a:solidFill>
                <a:latin typeface="Lucida Sans Unicode"/>
                <a:cs typeface="Lucida Sans Unicode"/>
              </a:rPr>
              <a:t> </a:t>
            </a:r>
            <a:r>
              <a:rPr sz="1650" spc="-500" dirty="0">
                <a:solidFill>
                  <a:srgbClr val="FAFAF6"/>
                </a:solidFill>
                <a:latin typeface="Lucida Sans Unicode"/>
                <a:cs typeface="Lucida Sans Unicode"/>
              </a:rPr>
              <a:t>·</a:t>
            </a:r>
            <a:r>
              <a:rPr sz="1650" spc="25" dirty="0">
                <a:solidFill>
                  <a:srgbClr val="FAFAF6"/>
                </a:solidFill>
                <a:latin typeface="Lucida Sans Unicode"/>
                <a:cs typeface="Lucida Sans Unicode"/>
              </a:rPr>
              <a:t> </a:t>
            </a:r>
            <a:r>
              <a:rPr sz="1800" spc="-175" dirty="0">
                <a:solidFill>
                  <a:srgbClr val="FAFAF6"/>
                </a:solidFill>
                <a:latin typeface="Lucida Sans Unicode"/>
                <a:cs typeface="Lucida Sans Unicode"/>
              </a:rPr>
              <a:t>aggregating</a:t>
            </a:r>
            <a:r>
              <a:rPr sz="1800" spc="-235" dirty="0">
                <a:solidFill>
                  <a:srgbClr val="FAFAF6"/>
                </a:solidFill>
                <a:latin typeface="Lucida Sans Unicode"/>
                <a:cs typeface="Lucida Sans Unicode"/>
              </a:rPr>
              <a:t> </a:t>
            </a:r>
            <a:r>
              <a:rPr sz="1650" spc="-500" dirty="0">
                <a:solidFill>
                  <a:srgbClr val="FAFAF6"/>
                </a:solidFill>
                <a:latin typeface="Lucida Sans Unicode"/>
                <a:cs typeface="Lucida Sans Unicode"/>
              </a:rPr>
              <a:t>·</a:t>
            </a:r>
            <a:r>
              <a:rPr sz="1650" spc="125" dirty="0">
                <a:solidFill>
                  <a:srgbClr val="FAFAF6"/>
                </a:solidFill>
                <a:latin typeface="Lucida Sans Unicode"/>
                <a:cs typeface="Lucida Sans Unicode"/>
              </a:rPr>
              <a:t> </a:t>
            </a:r>
            <a:r>
              <a:rPr sz="1800" spc="-135" dirty="0">
                <a:solidFill>
                  <a:srgbClr val="FAFAF6"/>
                </a:solidFill>
                <a:latin typeface="Lucida Sans Unicode"/>
                <a:cs typeface="Lucida Sans Unicode"/>
              </a:rPr>
              <a:t>joining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394560" y="7863960"/>
            <a:ext cx="1463675" cy="0"/>
          </a:xfrm>
          <a:custGeom>
            <a:avLst/>
            <a:gdLst/>
            <a:ahLst/>
            <a:cxnLst/>
            <a:rect l="l" t="t" r="r" b="b"/>
            <a:pathLst>
              <a:path w="1463675">
                <a:moveTo>
                  <a:pt x="0" y="0"/>
                </a:moveTo>
                <a:lnTo>
                  <a:pt x="1463061" y="0"/>
                </a:lnTo>
              </a:path>
            </a:pathLst>
          </a:custGeom>
          <a:ln w="25400">
            <a:solidFill>
              <a:srgbClr val="C26F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43662" y="8171122"/>
            <a:ext cx="1243620" cy="24277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53743" y="8171184"/>
            <a:ext cx="1694448" cy="2427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16256000" y="9144000"/>
                </a:moveTo>
                <a:lnTo>
                  <a:pt x="0" y="9144000"/>
                </a:lnTo>
                <a:lnTo>
                  <a:pt x="0" y="0"/>
                </a:lnTo>
                <a:lnTo>
                  <a:pt x="16256000" y="0"/>
                </a:lnTo>
                <a:lnTo>
                  <a:pt x="16256000" y="9144000"/>
                </a:lnTo>
                <a:close/>
              </a:path>
            </a:pathLst>
          </a:custGeom>
          <a:solidFill>
            <a:srgbClr val="FAFA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8200" y="701547"/>
            <a:ext cx="3682365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b="1" spc="60" dirty="0">
                <a:solidFill>
                  <a:srgbClr val="C26F3C"/>
                </a:solidFill>
                <a:latin typeface="Arial"/>
                <a:cs typeface="Arial"/>
              </a:rPr>
              <a:t>T</a:t>
            </a:r>
            <a:r>
              <a:rPr sz="1650" b="1" spc="-229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650" b="1" spc="-30" dirty="0">
                <a:solidFill>
                  <a:srgbClr val="C26F3C"/>
                </a:solidFill>
                <a:latin typeface="Arial"/>
                <a:cs typeface="Arial"/>
              </a:rPr>
              <a:t>H</a:t>
            </a:r>
            <a:r>
              <a:rPr sz="1650" b="1" spc="-23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C26F3C"/>
                </a:solidFill>
                <a:latin typeface="Arial"/>
                <a:cs typeface="Arial"/>
              </a:rPr>
              <a:t>E</a:t>
            </a:r>
            <a:r>
              <a:rPr sz="1650" b="1" spc="31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650" b="1" spc="155" dirty="0">
                <a:solidFill>
                  <a:srgbClr val="C26F3C"/>
                </a:solidFill>
                <a:latin typeface="Arial"/>
                <a:cs typeface="Arial"/>
              </a:rPr>
              <a:t>DAT</a:t>
            </a:r>
            <a:r>
              <a:rPr sz="1650" b="1" spc="-229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650" b="1" spc="55" dirty="0">
                <a:solidFill>
                  <a:srgbClr val="C26F3C"/>
                </a:solidFill>
                <a:latin typeface="Arial"/>
                <a:cs typeface="Arial"/>
              </a:rPr>
              <a:t>AB</a:t>
            </a:r>
            <a:r>
              <a:rPr sz="1650" b="1" spc="-254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650" b="1" spc="65" dirty="0">
                <a:solidFill>
                  <a:srgbClr val="C26F3C"/>
                </a:solidFill>
                <a:latin typeface="Arial"/>
                <a:cs typeface="Arial"/>
              </a:rPr>
              <a:t>ASE</a:t>
            </a:r>
            <a:r>
              <a:rPr sz="1650" b="1" spc="43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650" b="1" spc="85" dirty="0">
                <a:solidFill>
                  <a:srgbClr val="C26F3C"/>
                </a:solidFill>
                <a:latin typeface="Arial"/>
                <a:cs typeface="Arial"/>
              </a:rPr>
              <a:t>AT</a:t>
            </a:r>
            <a:r>
              <a:rPr sz="1650" b="1" spc="35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650" b="1" spc="55" dirty="0">
                <a:solidFill>
                  <a:srgbClr val="C26F3C"/>
                </a:solidFill>
                <a:latin typeface="Arial"/>
                <a:cs typeface="Arial"/>
              </a:rPr>
              <a:t>A</a:t>
            </a:r>
            <a:r>
              <a:rPr sz="1650" b="1" spc="28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650" b="1" spc="114" dirty="0">
                <a:solidFill>
                  <a:srgbClr val="C26F3C"/>
                </a:solidFill>
                <a:latin typeface="Arial"/>
                <a:cs typeface="Arial"/>
              </a:rPr>
              <a:t>GLAN</a:t>
            </a:r>
            <a:r>
              <a:rPr sz="1650" b="1" spc="-21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650" b="1" spc="-25" dirty="0">
                <a:solidFill>
                  <a:srgbClr val="C26F3C"/>
                </a:solidFill>
                <a:latin typeface="Arial"/>
                <a:cs typeface="Arial"/>
              </a:rPr>
              <a:t>CE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389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900" spc="-325" dirty="0">
                <a:solidFill>
                  <a:srgbClr val="0A3C41"/>
                </a:solidFill>
                <a:latin typeface="Arial"/>
                <a:cs typeface="Arial"/>
              </a:rPr>
              <a:t>proj</a:t>
            </a:r>
            <a:r>
              <a:rPr sz="3800" spc="-325" dirty="0">
                <a:solidFill>
                  <a:srgbClr val="0A3C41"/>
                </a:solidFill>
                <a:latin typeface="Verdana"/>
                <a:cs typeface="Verdana"/>
              </a:rPr>
              <a:t>ec</a:t>
            </a:r>
            <a:r>
              <a:rPr sz="3900" spc="-325" dirty="0">
                <a:solidFill>
                  <a:srgbClr val="0A3C41"/>
                </a:solidFill>
                <a:latin typeface="Arial"/>
                <a:cs typeface="Arial"/>
              </a:rPr>
              <a:t>t</a:t>
            </a:r>
            <a:r>
              <a:rPr sz="3550" spc="-325" dirty="0">
                <a:solidFill>
                  <a:srgbClr val="0A3C41"/>
                </a:solidFill>
                <a:latin typeface="Arial"/>
                <a:cs typeface="Arial"/>
              </a:rPr>
              <a:t>_</a:t>
            </a:r>
            <a:r>
              <a:rPr sz="3900" spc="-325" dirty="0">
                <a:solidFill>
                  <a:srgbClr val="0A3C41"/>
                </a:solidFill>
                <a:latin typeface="Arial"/>
                <a:cs typeface="Arial"/>
              </a:rPr>
              <a:t>movi</a:t>
            </a:r>
            <a:r>
              <a:rPr sz="3800" spc="-325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3550" spc="-325" dirty="0">
                <a:solidFill>
                  <a:srgbClr val="0A3C41"/>
                </a:solidFill>
                <a:latin typeface="Arial"/>
                <a:cs typeface="Arial"/>
              </a:rPr>
              <a:t>_</a:t>
            </a:r>
            <a:r>
              <a:rPr sz="3800" spc="-325" dirty="0">
                <a:solidFill>
                  <a:srgbClr val="0A3C41"/>
                </a:solidFill>
                <a:latin typeface="Verdana"/>
                <a:cs typeface="Verdana"/>
              </a:rPr>
              <a:t>da</a:t>
            </a:r>
            <a:r>
              <a:rPr sz="3900" spc="-325" dirty="0">
                <a:solidFill>
                  <a:srgbClr val="0A3C41"/>
                </a:solidFill>
                <a:latin typeface="Arial"/>
                <a:cs typeface="Arial"/>
              </a:rPr>
              <a:t>t</a:t>
            </a:r>
            <a:r>
              <a:rPr sz="3800" spc="-325" dirty="0">
                <a:solidFill>
                  <a:srgbClr val="0A3C41"/>
                </a:solidFill>
                <a:latin typeface="Verdana"/>
                <a:cs typeface="Verdana"/>
              </a:rPr>
              <a:t>aba</a:t>
            </a:r>
            <a:r>
              <a:rPr sz="3900" spc="-325" dirty="0">
                <a:solidFill>
                  <a:srgbClr val="0A3C41"/>
                </a:solidFill>
                <a:latin typeface="Arial"/>
                <a:cs typeface="Arial"/>
              </a:rPr>
              <a:t>s</a:t>
            </a:r>
            <a:r>
              <a:rPr sz="3800" spc="-325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3800" spc="-705" dirty="0">
                <a:solidFill>
                  <a:srgbClr val="0A3C41"/>
                </a:solidFill>
                <a:latin typeface="Verdana"/>
                <a:cs typeface="Verdana"/>
              </a:rPr>
              <a:t> </a:t>
            </a:r>
            <a:r>
              <a:rPr sz="3550" spc="355" dirty="0">
                <a:solidFill>
                  <a:srgbClr val="0A3C41"/>
                </a:solidFill>
                <a:latin typeface="Arial"/>
                <a:cs typeface="Arial"/>
              </a:rPr>
              <a:t>—</a:t>
            </a:r>
            <a:r>
              <a:rPr sz="3550" spc="-600" dirty="0">
                <a:solidFill>
                  <a:srgbClr val="0A3C41"/>
                </a:solidFill>
                <a:latin typeface="Arial"/>
                <a:cs typeface="Arial"/>
              </a:rPr>
              <a:t> </a:t>
            </a:r>
            <a:r>
              <a:rPr sz="3900" spc="-95" dirty="0">
                <a:solidFill>
                  <a:srgbClr val="0A3C41"/>
                </a:solidFill>
                <a:latin typeface="Arial"/>
                <a:cs typeface="Arial"/>
              </a:rPr>
              <a:t>two</a:t>
            </a:r>
            <a:r>
              <a:rPr sz="3900" spc="-455" dirty="0">
                <a:solidFill>
                  <a:srgbClr val="0A3C41"/>
                </a:solidFill>
                <a:latin typeface="Arial"/>
                <a:cs typeface="Arial"/>
              </a:rPr>
              <a:t> </a:t>
            </a:r>
            <a:r>
              <a:rPr sz="3900" spc="-345" dirty="0">
                <a:solidFill>
                  <a:srgbClr val="0A3C41"/>
                </a:solidFill>
                <a:latin typeface="Arial"/>
                <a:cs typeface="Arial"/>
              </a:rPr>
              <a:t>r</a:t>
            </a:r>
            <a:r>
              <a:rPr sz="3800" spc="-345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3900" spc="-345" dirty="0">
                <a:solidFill>
                  <a:srgbClr val="0A3C41"/>
                </a:solidFill>
                <a:latin typeface="Arial"/>
                <a:cs typeface="Arial"/>
              </a:rPr>
              <a:t>l</a:t>
            </a:r>
            <a:r>
              <a:rPr sz="3800" spc="-345" dirty="0">
                <a:solidFill>
                  <a:srgbClr val="0A3C41"/>
                </a:solidFill>
                <a:latin typeface="Verdana"/>
                <a:cs typeface="Verdana"/>
              </a:rPr>
              <a:t>a</a:t>
            </a:r>
            <a:r>
              <a:rPr sz="3900" spc="-345" dirty="0">
                <a:solidFill>
                  <a:srgbClr val="0A3C41"/>
                </a:solidFill>
                <a:latin typeface="Arial"/>
                <a:cs typeface="Arial"/>
              </a:rPr>
              <a:t>t</a:t>
            </a:r>
            <a:r>
              <a:rPr sz="3800" spc="-345" dirty="0">
                <a:solidFill>
                  <a:srgbClr val="0A3C41"/>
                </a:solidFill>
                <a:latin typeface="Verdana"/>
                <a:cs typeface="Verdana"/>
              </a:rPr>
              <a:t>ed</a:t>
            </a:r>
            <a:r>
              <a:rPr sz="3800" spc="-480" dirty="0">
                <a:solidFill>
                  <a:srgbClr val="0A3C41"/>
                </a:solidFill>
                <a:latin typeface="Verdana"/>
                <a:cs typeface="Verdana"/>
              </a:rPr>
              <a:t> </a:t>
            </a:r>
            <a:r>
              <a:rPr sz="3900" spc="-360" dirty="0">
                <a:solidFill>
                  <a:srgbClr val="0A3C41"/>
                </a:solidFill>
                <a:latin typeface="Arial"/>
                <a:cs typeface="Arial"/>
              </a:rPr>
              <a:t>t</a:t>
            </a:r>
            <a:r>
              <a:rPr sz="3800" spc="-360" dirty="0">
                <a:solidFill>
                  <a:srgbClr val="0A3C41"/>
                </a:solidFill>
                <a:latin typeface="Verdana"/>
                <a:cs typeface="Verdana"/>
              </a:rPr>
              <a:t>ab</a:t>
            </a:r>
            <a:r>
              <a:rPr sz="3900" spc="-360" dirty="0">
                <a:solidFill>
                  <a:srgbClr val="0A3C41"/>
                </a:solidFill>
                <a:latin typeface="Arial"/>
                <a:cs typeface="Arial"/>
              </a:rPr>
              <a:t>l</a:t>
            </a:r>
            <a:r>
              <a:rPr sz="3800" spc="-360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3900" spc="-360" dirty="0">
                <a:solidFill>
                  <a:srgbClr val="0A3C41"/>
                </a:solidFill>
                <a:latin typeface="Arial"/>
                <a:cs typeface="Arial"/>
              </a:rPr>
              <a:t>s</a:t>
            </a:r>
            <a:endParaRPr sz="3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8200" y="2017204"/>
            <a:ext cx="13992225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spc="-65" dirty="0">
                <a:solidFill>
                  <a:srgbClr val="5C726F"/>
                </a:solidFill>
                <a:latin typeface="Lucida Sans Unicode"/>
                <a:cs typeface="Lucida Sans Unicode"/>
              </a:rPr>
              <a:t>Every</a:t>
            </a:r>
            <a:r>
              <a:rPr sz="1900" spc="-28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135" dirty="0">
                <a:solidFill>
                  <a:srgbClr val="5C726F"/>
                </a:solidFill>
                <a:latin typeface="Lucida Sans Unicode"/>
                <a:cs typeface="Lucida Sans Unicode"/>
              </a:rPr>
              <a:t>query</a:t>
            </a:r>
            <a:r>
              <a:rPr sz="1900" spc="-17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235" dirty="0">
                <a:solidFill>
                  <a:srgbClr val="5C726F"/>
                </a:solidFill>
                <a:latin typeface="Lucida Sans Unicode"/>
                <a:cs typeface="Lucida Sans Unicode"/>
              </a:rPr>
              <a:t>in</a:t>
            </a:r>
            <a:r>
              <a:rPr sz="1900" spc="-15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165" dirty="0">
                <a:solidFill>
                  <a:srgbClr val="5C726F"/>
                </a:solidFill>
                <a:latin typeface="Lucida Sans Unicode"/>
                <a:cs typeface="Lucida Sans Unicode"/>
              </a:rPr>
              <a:t>this</a:t>
            </a:r>
            <a:r>
              <a:rPr sz="1900" spc="-16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135" dirty="0">
                <a:solidFill>
                  <a:srgbClr val="5C726F"/>
                </a:solidFill>
                <a:latin typeface="Lucida Sans Unicode"/>
                <a:cs typeface="Lucida Sans Unicode"/>
              </a:rPr>
              <a:t>deck</a:t>
            </a:r>
            <a:r>
              <a:rPr sz="1900" spc="-24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145" dirty="0">
                <a:solidFill>
                  <a:srgbClr val="5C726F"/>
                </a:solidFill>
                <a:latin typeface="Lucida Sans Unicode"/>
                <a:cs typeface="Lucida Sans Unicode"/>
              </a:rPr>
              <a:t>reads</a:t>
            </a:r>
            <a:r>
              <a:rPr sz="1900" spc="-16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170" dirty="0">
                <a:solidFill>
                  <a:srgbClr val="5C726F"/>
                </a:solidFill>
                <a:latin typeface="Lucida Sans Unicode"/>
                <a:cs typeface="Lucida Sans Unicode"/>
              </a:rPr>
              <a:t>from</a:t>
            </a:r>
            <a:r>
              <a:rPr sz="1900" spc="-145" dirty="0">
                <a:solidFill>
                  <a:srgbClr val="5C726F"/>
                </a:solidFill>
                <a:latin typeface="Lucida Sans Unicode"/>
                <a:cs typeface="Lucida Sans Unicode"/>
              </a:rPr>
              <a:t> one</a:t>
            </a:r>
            <a:r>
              <a:rPr sz="1900" spc="-28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145" dirty="0">
                <a:solidFill>
                  <a:srgbClr val="5C726F"/>
                </a:solidFill>
                <a:latin typeface="Lucida Sans Unicode"/>
                <a:cs typeface="Lucida Sans Unicode"/>
              </a:rPr>
              <a:t>or</a:t>
            </a:r>
            <a:r>
              <a:rPr sz="1900" spc="-13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185" dirty="0">
                <a:solidFill>
                  <a:srgbClr val="5C726F"/>
                </a:solidFill>
                <a:latin typeface="Lucida Sans Unicode"/>
                <a:cs typeface="Lucida Sans Unicode"/>
              </a:rPr>
              <a:t>both</a:t>
            </a:r>
            <a:r>
              <a:rPr sz="1900" spc="-254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130" dirty="0">
                <a:solidFill>
                  <a:srgbClr val="5C726F"/>
                </a:solidFill>
                <a:latin typeface="Lucida Sans Unicode"/>
                <a:cs typeface="Lucida Sans Unicode"/>
              </a:rPr>
              <a:t>of</a:t>
            </a:r>
            <a:r>
              <a:rPr sz="1900" spc="-18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125" dirty="0">
                <a:solidFill>
                  <a:srgbClr val="5C726F"/>
                </a:solidFill>
                <a:latin typeface="Lucida Sans Unicode"/>
                <a:cs typeface="Lucida Sans Unicode"/>
              </a:rPr>
              <a:t>these</a:t>
            </a:r>
            <a:r>
              <a:rPr sz="1900" spc="-18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170" dirty="0">
                <a:solidFill>
                  <a:srgbClr val="5C726F"/>
                </a:solidFill>
                <a:latin typeface="Lucida Sans Unicode"/>
                <a:cs typeface="Lucida Sans Unicode"/>
              </a:rPr>
              <a:t>tables</a:t>
            </a:r>
            <a:r>
              <a:rPr sz="2000" spc="-170" dirty="0">
                <a:solidFill>
                  <a:srgbClr val="5C726F"/>
                </a:solidFill>
                <a:latin typeface="Lucida Sans Unicode"/>
                <a:cs typeface="Lucida Sans Unicode"/>
              </a:rPr>
              <a:t>.</a:t>
            </a:r>
            <a:r>
              <a:rPr sz="2000" spc="-16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110" dirty="0">
                <a:solidFill>
                  <a:srgbClr val="5C726F"/>
                </a:solidFill>
                <a:latin typeface="Lucida Sans Unicode"/>
                <a:cs typeface="Lucida Sans Unicode"/>
              </a:rPr>
              <a:t>Movies</a:t>
            </a:r>
            <a:r>
              <a:rPr sz="1900" spc="-16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195" dirty="0">
                <a:solidFill>
                  <a:srgbClr val="5C726F"/>
                </a:solidFill>
                <a:latin typeface="Lucida Sans Unicode"/>
                <a:cs typeface="Lucida Sans Unicode"/>
              </a:rPr>
              <a:t>link</a:t>
            </a:r>
            <a:r>
              <a:rPr sz="1900" spc="-24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170" dirty="0">
                <a:solidFill>
                  <a:srgbClr val="5C726F"/>
                </a:solidFill>
                <a:latin typeface="Lucida Sans Unicode"/>
                <a:cs typeface="Lucida Sans Unicode"/>
              </a:rPr>
              <a:t>to</a:t>
            </a:r>
            <a:r>
              <a:rPr sz="1900" spc="-23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155" dirty="0">
                <a:solidFill>
                  <a:srgbClr val="5C726F"/>
                </a:solidFill>
                <a:latin typeface="Lucida Sans Unicode"/>
                <a:cs typeface="Lucida Sans Unicode"/>
              </a:rPr>
              <a:t>their</a:t>
            </a:r>
            <a:r>
              <a:rPr sz="1900" spc="-13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145" dirty="0">
                <a:solidFill>
                  <a:srgbClr val="5C726F"/>
                </a:solidFill>
                <a:latin typeface="Lucida Sans Unicode"/>
                <a:cs typeface="Lucida Sans Unicode"/>
              </a:rPr>
              <a:t>director</a:t>
            </a:r>
            <a:r>
              <a:rPr sz="1900" spc="-24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185" dirty="0">
                <a:solidFill>
                  <a:srgbClr val="5C726F"/>
                </a:solidFill>
                <a:latin typeface="Lucida Sans Unicode"/>
                <a:cs typeface="Lucida Sans Unicode"/>
              </a:rPr>
              <a:t>through</a:t>
            </a:r>
            <a:r>
              <a:rPr sz="1900" spc="-14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170" dirty="0">
                <a:solidFill>
                  <a:srgbClr val="5C726F"/>
                </a:solidFill>
                <a:latin typeface="Lucida Sans Unicode"/>
                <a:cs typeface="Lucida Sans Unicode"/>
              </a:rPr>
              <a:t>director</a:t>
            </a:r>
            <a:r>
              <a:rPr sz="2000" spc="-170" dirty="0">
                <a:solidFill>
                  <a:srgbClr val="5C726F"/>
                </a:solidFill>
                <a:latin typeface="Lucida Sans Unicode"/>
                <a:cs typeface="Lucida Sans Unicode"/>
              </a:rPr>
              <a:t>_</a:t>
            </a:r>
            <a:r>
              <a:rPr sz="1900" spc="-170" dirty="0">
                <a:solidFill>
                  <a:srgbClr val="5C726F"/>
                </a:solidFill>
                <a:latin typeface="Lucida Sans Unicode"/>
                <a:cs typeface="Lucida Sans Unicode"/>
              </a:rPr>
              <a:t>id</a:t>
            </a:r>
            <a:r>
              <a:rPr sz="2000" spc="-170" dirty="0">
                <a:solidFill>
                  <a:srgbClr val="5C726F"/>
                </a:solidFill>
                <a:latin typeface="Lucida Sans Unicode"/>
                <a:cs typeface="Lucida Sans Unicode"/>
              </a:rPr>
              <a:t>, </a:t>
            </a:r>
            <a:r>
              <a:rPr sz="1900" spc="-150" dirty="0">
                <a:solidFill>
                  <a:srgbClr val="5C726F"/>
                </a:solidFill>
                <a:latin typeface="Lucida Sans Unicode"/>
                <a:cs typeface="Lucida Sans Unicode"/>
              </a:rPr>
              <a:t>which</a:t>
            </a:r>
            <a:r>
              <a:rPr sz="1900" spc="-14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175" dirty="0">
                <a:solidFill>
                  <a:srgbClr val="5C726F"/>
                </a:solidFill>
                <a:latin typeface="Lucida Sans Unicode"/>
                <a:cs typeface="Lucida Sans Unicode"/>
              </a:rPr>
              <a:t>points</a:t>
            </a:r>
            <a:r>
              <a:rPr sz="1900" spc="-16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145" dirty="0">
                <a:solidFill>
                  <a:srgbClr val="5C726F"/>
                </a:solidFill>
                <a:latin typeface="Lucida Sans Unicode"/>
                <a:cs typeface="Lucida Sans Unicode"/>
              </a:rPr>
              <a:t>at</a:t>
            </a:r>
            <a:r>
              <a:rPr sz="1900" spc="-17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125" dirty="0">
                <a:solidFill>
                  <a:srgbClr val="5C726F"/>
                </a:solidFill>
                <a:latin typeface="Lucida Sans Unicode"/>
                <a:cs typeface="Lucida Sans Unicode"/>
              </a:rPr>
              <a:t>a</a:t>
            </a:r>
            <a:r>
              <a:rPr sz="1900" spc="-21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140" dirty="0">
                <a:solidFill>
                  <a:srgbClr val="5C726F"/>
                </a:solidFill>
                <a:latin typeface="Lucida Sans Unicode"/>
                <a:cs typeface="Lucida Sans Unicode"/>
              </a:rPr>
              <a:t>director</a:t>
            </a:r>
            <a:r>
              <a:rPr sz="2000" spc="-140" dirty="0">
                <a:solidFill>
                  <a:srgbClr val="5C726F"/>
                </a:solidFill>
                <a:latin typeface="Lucida Sans Unicode"/>
                <a:cs typeface="Lucida Sans Unicode"/>
              </a:rPr>
              <a:t>'</a:t>
            </a:r>
            <a:r>
              <a:rPr sz="1900" spc="-140" dirty="0">
                <a:solidFill>
                  <a:srgbClr val="5C726F"/>
                </a:solidFill>
                <a:latin typeface="Lucida Sans Unicode"/>
                <a:cs typeface="Lucida Sans Unicode"/>
              </a:rPr>
              <a:t>s</a:t>
            </a:r>
            <a:r>
              <a:rPr sz="1900" spc="-16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5C726F"/>
                </a:solidFill>
                <a:latin typeface="Lucida Sans Unicode"/>
                <a:cs typeface="Lucida Sans Unicode"/>
              </a:rPr>
              <a:t>id</a:t>
            </a:r>
            <a:r>
              <a:rPr sz="2000" spc="-25" dirty="0">
                <a:solidFill>
                  <a:srgbClr val="5C726F"/>
                </a:solidFill>
                <a:latin typeface="Lucida Sans Unicode"/>
                <a:cs typeface="Lucida Sans Unicode"/>
              </a:rPr>
              <a:t>.</a:t>
            </a:r>
            <a:endParaRPr sz="20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84200" y="2641600"/>
            <a:ext cx="7010400" cy="5803900"/>
            <a:chOff x="584200" y="2641600"/>
            <a:chExt cx="7010400" cy="58039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4200" y="2641600"/>
              <a:ext cx="7010400" cy="58039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5500" y="2844800"/>
              <a:ext cx="6515100" cy="52959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853453" y="2865163"/>
            <a:ext cx="6462395" cy="756285"/>
          </a:xfrm>
          <a:prstGeom prst="rect">
            <a:avLst/>
          </a:prstGeom>
          <a:solidFill>
            <a:srgbClr val="0A3C41"/>
          </a:solidFill>
        </p:spPr>
        <p:txBody>
          <a:bodyPr vert="horz" wrap="square" lIns="0" tIns="14478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1140"/>
              </a:spcBef>
            </a:pPr>
            <a:r>
              <a:rPr sz="2700" b="1" spc="-30" dirty="0">
                <a:solidFill>
                  <a:srgbClr val="DFA06A"/>
                </a:solidFill>
                <a:latin typeface="Tahoma"/>
                <a:cs typeface="Tahoma"/>
              </a:rPr>
              <a:t>movi</a:t>
            </a:r>
            <a:r>
              <a:rPr sz="2600" b="1" spc="-30" dirty="0">
                <a:solidFill>
                  <a:srgbClr val="DFA06A"/>
                </a:solidFill>
                <a:latin typeface="Arial"/>
                <a:cs typeface="Arial"/>
              </a:rPr>
              <a:t>e</a:t>
            </a:r>
            <a:r>
              <a:rPr sz="2700" b="1" spc="-30" dirty="0">
                <a:solidFill>
                  <a:srgbClr val="DFA06A"/>
                </a:solidFill>
                <a:latin typeface="Tahoma"/>
                <a:cs typeface="Tahoma"/>
              </a:rPr>
              <a:t>s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7300" y="3957482"/>
            <a:ext cx="2430145" cy="306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dirty="0">
                <a:solidFill>
                  <a:srgbClr val="0A3C41"/>
                </a:solidFill>
                <a:latin typeface="Arial"/>
                <a:cs typeface="Arial"/>
              </a:rPr>
              <a:t>i</a:t>
            </a:r>
            <a:r>
              <a:rPr sz="1800" b="1" dirty="0">
                <a:solidFill>
                  <a:srgbClr val="0A3C41"/>
                </a:solidFill>
                <a:latin typeface="Verdana"/>
                <a:cs typeface="Verdana"/>
              </a:rPr>
              <a:t>d</a:t>
            </a:r>
            <a:r>
              <a:rPr sz="1800" b="1" spc="170" dirty="0">
                <a:solidFill>
                  <a:srgbClr val="0A3C41"/>
                </a:solidFill>
                <a:latin typeface="Verdana"/>
                <a:cs typeface="Verdana"/>
              </a:rPr>
              <a:t> </a:t>
            </a:r>
            <a:r>
              <a:rPr sz="1800" spc="-190" dirty="0">
                <a:solidFill>
                  <a:srgbClr val="5C726F"/>
                </a:solidFill>
                <a:latin typeface="Lucida Sans Unicode"/>
                <a:cs typeface="Lucida Sans Unicode"/>
              </a:rPr>
              <a:t>unique</a:t>
            </a:r>
            <a:r>
              <a:rPr sz="1800" spc="-22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170" dirty="0">
                <a:solidFill>
                  <a:srgbClr val="5C726F"/>
                </a:solidFill>
                <a:latin typeface="Lucida Sans Unicode"/>
                <a:cs typeface="Lucida Sans Unicode"/>
              </a:rPr>
              <a:t>movie</a:t>
            </a:r>
            <a:r>
              <a:rPr sz="1800" spc="-22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150" dirty="0">
                <a:solidFill>
                  <a:srgbClr val="5C726F"/>
                </a:solidFill>
                <a:latin typeface="Lucida Sans Unicode"/>
                <a:cs typeface="Lucida Sans Unicode"/>
              </a:rPr>
              <a:t>identifier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80179" y="4413570"/>
            <a:ext cx="5608955" cy="2804795"/>
          </a:xfrm>
          <a:custGeom>
            <a:avLst/>
            <a:gdLst/>
            <a:ahLst/>
            <a:cxnLst/>
            <a:rect l="l" t="t" r="r" b="b"/>
            <a:pathLst>
              <a:path w="5608955" h="2804795">
                <a:moveTo>
                  <a:pt x="0" y="0"/>
                </a:moveTo>
                <a:lnTo>
                  <a:pt x="5608405" y="0"/>
                </a:lnTo>
              </a:path>
              <a:path w="5608955" h="2804795">
                <a:moveTo>
                  <a:pt x="0" y="560840"/>
                </a:moveTo>
                <a:lnTo>
                  <a:pt x="5608405" y="560840"/>
                </a:lnTo>
              </a:path>
              <a:path w="5608955" h="2804795">
                <a:moveTo>
                  <a:pt x="0" y="1121681"/>
                </a:moveTo>
                <a:lnTo>
                  <a:pt x="5608405" y="1121681"/>
                </a:lnTo>
              </a:path>
              <a:path w="5608955" h="2804795">
                <a:moveTo>
                  <a:pt x="0" y="1682522"/>
                </a:moveTo>
                <a:lnTo>
                  <a:pt x="5608405" y="1682522"/>
                </a:lnTo>
              </a:path>
              <a:path w="5608955" h="2804795">
                <a:moveTo>
                  <a:pt x="0" y="2243362"/>
                </a:moveTo>
                <a:lnTo>
                  <a:pt x="5608405" y="2243362"/>
                </a:lnTo>
              </a:path>
              <a:path w="5608955" h="2804795">
                <a:moveTo>
                  <a:pt x="0" y="2804203"/>
                </a:moveTo>
                <a:lnTo>
                  <a:pt x="5608405" y="2804203"/>
                </a:lnTo>
              </a:path>
            </a:pathLst>
          </a:custGeom>
          <a:ln w="25400">
            <a:solidFill>
              <a:srgbClr val="D6ECE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57300" y="4507932"/>
            <a:ext cx="259842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="1" spc="-75" dirty="0">
                <a:solidFill>
                  <a:srgbClr val="0A3C41"/>
                </a:solidFill>
                <a:latin typeface="Arial"/>
                <a:cs typeface="Arial"/>
              </a:rPr>
              <a:t>origin</a:t>
            </a:r>
            <a:r>
              <a:rPr sz="1800" b="1" spc="-75" dirty="0">
                <a:solidFill>
                  <a:srgbClr val="0A3C41"/>
                </a:solidFill>
                <a:latin typeface="Verdana"/>
                <a:cs typeface="Verdana"/>
              </a:rPr>
              <a:t>a</a:t>
            </a:r>
            <a:r>
              <a:rPr sz="1800" b="1" spc="-75" dirty="0">
                <a:solidFill>
                  <a:srgbClr val="0A3C41"/>
                </a:solidFill>
                <a:latin typeface="Arial"/>
                <a:cs typeface="Arial"/>
              </a:rPr>
              <a:t>l</a:t>
            </a:r>
            <a:r>
              <a:rPr sz="1650" b="1" spc="-75" dirty="0">
                <a:solidFill>
                  <a:srgbClr val="0A3C41"/>
                </a:solidFill>
                <a:latin typeface="Arial"/>
                <a:cs typeface="Arial"/>
              </a:rPr>
              <a:t>_</a:t>
            </a:r>
            <a:r>
              <a:rPr sz="1800" b="1" spc="-75" dirty="0">
                <a:solidFill>
                  <a:srgbClr val="0A3C41"/>
                </a:solidFill>
                <a:latin typeface="Arial"/>
                <a:cs typeface="Arial"/>
              </a:rPr>
              <a:t>titl</a:t>
            </a:r>
            <a:r>
              <a:rPr sz="1800" b="1" spc="-75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1800" b="1" spc="195" dirty="0">
                <a:solidFill>
                  <a:srgbClr val="0A3C41"/>
                </a:solidFill>
                <a:latin typeface="Verdana"/>
                <a:cs typeface="Verdana"/>
              </a:rPr>
              <a:t> </a:t>
            </a:r>
            <a:r>
              <a:rPr sz="1800" spc="-160" dirty="0">
                <a:solidFill>
                  <a:srgbClr val="5C726F"/>
                </a:solidFill>
                <a:latin typeface="Lucida Sans Unicode"/>
                <a:cs typeface="Lucida Sans Unicode"/>
              </a:rPr>
              <a:t>the</a:t>
            </a:r>
            <a:r>
              <a:rPr sz="1800" spc="-22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180" dirty="0">
                <a:solidFill>
                  <a:srgbClr val="5C726F"/>
                </a:solidFill>
                <a:latin typeface="Lucida Sans Unicode"/>
                <a:cs typeface="Lucida Sans Unicode"/>
              </a:rPr>
              <a:t>film</a:t>
            </a:r>
            <a:r>
              <a:rPr sz="1900" spc="-180" dirty="0">
                <a:solidFill>
                  <a:srgbClr val="5C726F"/>
                </a:solidFill>
                <a:latin typeface="Lucida Sans Unicode"/>
                <a:cs typeface="Lucida Sans Unicode"/>
              </a:rPr>
              <a:t>'</a:t>
            </a:r>
            <a:r>
              <a:rPr sz="1800" spc="-180" dirty="0">
                <a:solidFill>
                  <a:srgbClr val="5C726F"/>
                </a:solidFill>
                <a:latin typeface="Lucida Sans Unicode"/>
                <a:cs typeface="Lucida Sans Unicode"/>
              </a:rPr>
              <a:t>s</a:t>
            </a:r>
            <a:r>
              <a:rPr sz="1800" spc="-22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114" dirty="0">
                <a:solidFill>
                  <a:srgbClr val="5C726F"/>
                </a:solidFill>
                <a:latin typeface="Lucida Sans Unicode"/>
                <a:cs typeface="Lucida Sans Unicode"/>
              </a:rPr>
              <a:t>title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57300" y="5075082"/>
            <a:ext cx="3220720" cy="306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spc="-70" dirty="0">
                <a:solidFill>
                  <a:srgbClr val="0A3C41"/>
                </a:solidFill>
                <a:latin typeface="Arial"/>
                <a:cs typeface="Arial"/>
              </a:rPr>
              <a:t>popul</a:t>
            </a:r>
            <a:r>
              <a:rPr sz="1800" b="1" spc="-70" dirty="0">
                <a:solidFill>
                  <a:srgbClr val="0A3C41"/>
                </a:solidFill>
                <a:latin typeface="Verdana"/>
                <a:cs typeface="Verdana"/>
              </a:rPr>
              <a:t>a</a:t>
            </a:r>
            <a:r>
              <a:rPr sz="1800" b="1" spc="-70" dirty="0">
                <a:solidFill>
                  <a:srgbClr val="0A3C41"/>
                </a:solidFill>
                <a:latin typeface="Arial"/>
                <a:cs typeface="Arial"/>
              </a:rPr>
              <a:t>rity</a:t>
            </a:r>
            <a:r>
              <a:rPr sz="1800" b="1" spc="335" dirty="0">
                <a:solidFill>
                  <a:srgbClr val="0A3C41"/>
                </a:solidFill>
                <a:latin typeface="Arial"/>
                <a:cs typeface="Arial"/>
              </a:rPr>
              <a:t> </a:t>
            </a:r>
            <a:r>
              <a:rPr sz="1800" spc="-105" dirty="0">
                <a:solidFill>
                  <a:srgbClr val="5C726F"/>
                </a:solidFill>
                <a:latin typeface="Lucida Sans Unicode"/>
                <a:cs typeface="Lucida Sans Unicode"/>
              </a:rPr>
              <a:t>IMDB</a:t>
            </a:r>
            <a:r>
              <a:rPr sz="1800" spc="-26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170" dirty="0">
                <a:solidFill>
                  <a:srgbClr val="5C726F"/>
                </a:solidFill>
                <a:latin typeface="Lucida Sans Unicode"/>
                <a:cs typeface="Lucida Sans Unicode"/>
              </a:rPr>
              <a:t>popularity</a:t>
            </a:r>
            <a:r>
              <a:rPr sz="1800" spc="-32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65" dirty="0">
                <a:solidFill>
                  <a:srgbClr val="5C726F"/>
                </a:solidFill>
                <a:latin typeface="Lucida Sans Unicode"/>
                <a:cs typeface="Lucida Sans Unicode"/>
              </a:rPr>
              <a:t>score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7300" y="5625532"/>
            <a:ext cx="270002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="1" spc="-130" dirty="0">
                <a:solidFill>
                  <a:srgbClr val="0A3C41"/>
                </a:solidFill>
                <a:latin typeface="Arial"/>
                <a:cs typeface="Arial"/>
              </a:rPr>
              <a:t>r</a:t>
            </a:r>
            <a:r>
              <a:rPr sz="1800" b="1" spc="-130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1800" b="1" spc="-130" dirty="0">
                <a:solidFill>
                  <a:srgbClr val="0A3C41"/>
                </a:solidFill>
                <a:latin typeface="Arial"/>
                <a:cs typeface="Arial"/>
              </a:rPr>
              <a:t>v</a:t>
            </a:r>
            <a:r>
              <a:rPr sz="1800" b="1" spc="-130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1800" b="1" spc="-130" dirty="0">
                <a:solidFill>
                  <a:srgbClr val="0A3C41"/>
                </a:solidFill>
                <a:latin typeface="Arial"/>
                <a:cs typeface="Arial"/>
              </a:rPr>
              <a:t>nu</a:t>
            </a:r>
            <a:r>
              <a:rPr sz="1800" b="1" spc="-130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1800" b="1" spc="125" dirty="0">
                <a:solidFill>
                  <a:srgbClr val="0A3C41"/>
                </a:solidFill>
                <a:latin typeface="Verdana"/>
                <a:cs typeface="Verdana"/>
              </a:rPr>
              <a:t> </a:t>
            </a:r>
            <a:r>
              <a:rPr sz="1800" spc="-300" dirty="0">
                <a:solidFill>
                  <a:srgbClr val="5C726F"/>
                </a:solidFill>
                <a:latin typeface="Lucida Sans Unicode"/>
                <a:cs typeface="Lucida Sans Unicode"/>
              </a:rPr>
              <a:t>box</a:t>
            </a:r>
            <a:r>
              <a:rPr sz="1900" spc="-300" dirty="0">
                <a:solidFill>
                  <a:srgbClr val="5C726F"/>
                </a:solidFill>
                <a:latin typeface="Lucida Sans Unicode"/>
                <a:cs typeface="Lucida Sans Unicode"/>
              </a:rPr>
              <a:t>-</a:t>
            </a:r>
            <a:r>
              <a:rPr sz="1800" spc="-135" dirty="0">
                <a:solidFill>
                  <a:srgbClr val="5C726F"/>
                </a:solidFill>
                <a:latin typeface="Lucida Sans Unicode"/>
                <a:cs typeface="Lucida Sans Unicode"/>
              </a:rPr>
              <a:t>office</a:t>
            </a:r>
            <a:r>
              <a:rPr sz="1800" spc="-22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120" dirty="0">
                <a:solidFill>
                  <a:srgbClr val="5C726F"/>
                </a:solidFill>
                <a:latin typeface="Lucida Sans Unicode"/>
                <a:cs typeface="Lucida Sans Unicode"/>
              </a:rPr>
              <a:t>revenue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7300" y="6205382"/>
            <a:ext cx="3691254" cy="306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spc="-150" dirty="0">
                <a:solidFill>
                  <a:srgbClr val="0A3C41"/>
                </a:solidFill>
                <a:latin typeface="Arial"/>
                <a:cs typeface="Arial"/>
              </a:rPr>
              <a:t>vot</a:t>
            </a:r>
            <a:r>
              <a:rPr sz="1800" b="1" spc="-150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1650" b="1" spc="-150" dirty="0">
                <a:solidFill>
                  <a:srgbClr val="0A3C41"/>
                </a:solidFill>
                <a:latin typeface="Arial"/>
                <a:cs typeface="Arial"/>
              </a:rPr>
              <a:t>_</a:t>
            </a:r>
            <a:r>
              <a:rPr sz="1800" b="1" spc="-150" dirty="0">
                <a:solidFill>
                  <a:srgbClr val="0A3C41"/>
                </a:solidFill>
                <a:latin typeface="Verdana"/>
                <a:cs typeface="Verdana"/>
              </a:rPr>
              <a:t>a</a:t>
            </a:r>
            <a:r>
              <a:rPr sz="1800" b="1" spc="-150" dirty="0">
                <a:solidFill>
                  <a:srgbClr val="0A3C41"/>
                </a:solidFill>
                <a:latin typeface="Arial"/>
                <a:cs typeface="Arial"/>
              </a:rPr>
              <a:t>v</a:t>
            </a:r>
            <a:r>
              <a:rPr sz="1800" b="1" spc="-150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1800" b="1" spc="-150" dirty="0">
                <a:solidFill>
                  <a:srgbClr val="0A3C41"/>
                </a:solidFill>
                <a:latin typeface="Arial"/>
                <a:cs typeface="Arial"/>
              </a:rPr>
              <a:t>r</a:t>
            </a:r>
            <a:r>
              <a:rPr sz="1800" b="1" spc="-150" dirty="0">
                <a:solidFill>
                  <a:srgbClr val="0A3C41"/>
                </a:solidFill>
                <a:latin typeface="Verdana"/>
                <a:cs typeface="Verdana"/>
              </a:rPr>
              <a:t>a</a:t>
            </a:r>
            <a:r>
              <a:rPr sz="1800" b="1" spc="-150" dirty="0">
                <a:solidFill>
                  <a:srgbClr val="0A3C41"/>
                </a:solidFill>
                <a:latin typeface="Arial"/>
                <a:cs typeface="Arial"/>
              </a:rPr>
              <a:t>g</a:t>
            </a:r>
            <a:r>
              <a:rPr sz="1800" b="1" spc="-150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1800" b="1" spc="185" dirty="0">
                <a:solidFill>
                  <a:srgbClr val="0A3C41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5C726F"/>
                </a:solidFill>
                <a:latin typeface="Lucida Sans Unicode"/>
                <a:cs typeface="Lucida Sans Unicode"/>
              </a:rPr>
              <a:t>average</a:t>
            </a:r>
            <a:r>
              <a:rPr sz="1800" spc="-32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160" dirty="0">
                <a:solidFill>
                  <a:srgbClr val="5C726F"/>
                </a:solidFill>
                <a:latin typeface="Lucida Sans Unicode"/>
                <a:cs typeface="Lucida Sans Unicode"/>
              </a:rPr>
              <a:t>audience</a:t>
            </a:r>
            <a:r>
              <a:rPr sz="1800" spc="-22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135" dirty="0">
                <a:solidFill>
                  <a:srgbClr val="5C726F"/>
                </a:solidFill>
                <a:latin typeface="Lucida Sans Unicode"/>
                <a:cs typeface="Lucida Sans Unicode"/>
              </a:rPr>
              <a:t>rating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57300" y="6764182"/>
            <a:ext cx="3462020" cy="306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spc="-165" dirty="0">
                <a:solidFill>
                  <a:srgbClr val="0A3C41"/>
                </a:solidFill>
                <a:latin typeface="Arial"/>
                <a:cs typeface="Arial"/>
              </a:rPr>
              <a:t>r</a:t>
            </a:r>
            <a:r>
              <a:rPr sz="1800" b="1" spc="-165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1800" b="1" spc="-165" dirty="0">
                <a:solidFill>
                  <a:srgbClr val="0A3C41"/>
                </a:solidFill>
                <a:latin typeface="Arial"/>
                <a:cs typeface="Arial"/>
              </a:rPr>
              <a:t>l</a:t>
            </a:r>
            <a:r>
              <a:rPr sz="1800" b="1" spc="-165" dirty="0">
                <a:solidFill>
                  <a:srgbClr val="0A3C41"/>
                </a:solidFill>
                <a:latin typeface="Verdana"/>
                <a:cs typeface="Verdana"/>
              </a:rPr>
              <a:t>ea</a:t>
            </a:r>
            <a:r>
              <a:rPr sz="1800" b="1" spc="-165" dirty="0">
                <a:solidFill>
                  <a:srgbClr val="0A3C41"/>
                </a:solidFill>
                <a:latin typeface="Arial"/>
                <a:cs typeface="Arial"/>
              </a:rPr>
              <a:t>s</a:t>
            </a:r>
            <a:r>
              <a:rPr sz="1800" b="1" spc="-165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1650" b="1" spc="-165" dirty="0">
                <a:solidFill>
                  <a:srgbClr val="0A3C41"/>
                </a:solidFill>
                <a:latin typeface="Arial"/>
                <a:cs typeface="Arial"/>
              </a:rPr>
              <a:t>_</a:t>
            </a:r>
            <a:r>
              <a:rPr sz="1800" b="1" spc="-165" dirty="0">
                <a:solidFill>
                  <a:srgbClr val="0A3C41"/>
                </a:solidFill>
                <a:latin typeface="Verdana"/>
                <a:cs typeface="Verdana"/>
              </a:rPr>
              <a:t>da</a:t>
            </a:r>
            <a:r>
              <a:rPr sz="1800" b="1" spc="-165" dirty="0">
                <a:solidFill>
                  <a:srgbClr val="0A3C41"/>
                </a:solidFill>
                <a:latin typeface="Arial"/>
                <a:cs typeface="Arial"/>
              </a:rPr>
              <a:t>t</a:t>
            </a:r>
            <a:r>
              <a:rPr sz="1800" b="1" spc="-165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1800" b="1" spc="260" dirty="0">
                <a:solidFill>
                  <a:srgbClr val="0A3C41"/>
                </a:solidFill>
                <a:latin typeface="Verdana"/>
                <a:cs typeface="Verdana"/>
              </a:rPr>
              <a:t> </a:t>
            </a:r>
            <a:r>
              <a:rPr sz="1800" spc="-165" dirty="0">
                <a:solidFill>
                  <a:srgbClr val="5C726F"/>
                </a:solidFill>
                <a:latin typeface="Lucida Sans Unicode"/>
                <a:cs typeface="Lucida Sans Unicode"/>
              </a:rPr>
              <a:t>theatrical</a:t>
            </a:r>
            <a:r>
              <a:rPr sz="1800" spc="-14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135" dirty="0">
                <a:solidFill>
                  <a:srgbClr val="5C726F"/>
                </a:solidFill>
                <a:latin typeface="Lucida Sans Unicode"/>
                <a:cs typeface="Lucida Sans Unicode"/>
              </a:rPr>
              <a:t>release</a:t>
            </a:r>
            <a:r>
              <a:rPr sz="1800" spc="-32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60" dirty="0">
                <a:solidFill>
                  <a:srgbClr val="5C726F"/>
                </a:solidFill>
                <a:latin typeface="Lucida Sans Unicode"/>
                <a:cs typeface="Lucida Sans Unicode"/>
              </a:rPr>
              <a:t>date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57300" y="7314632"/>
            <a:ext cx="2967355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="1" spc="-95" dirty="0">
                <a:solidFill>
                  <a:srgbClr val="0A3C41"/>
                </a:solidFill>
                <a:latin typeface="Verdana"/>
                <a:cs typeface="Verdana"/>
              </a:rPr>
              <a:t>d</a:t>
            </a:r>
            <a:r>
              <a:rPr sz="1800" b="1" spc="-95" dirty="0">
                <a:solidFill>
                  <a:srgbClr val="0A3C41"/>
                </a:solidFill>
                <a:latin typeface="Arial"/>
                <a:cs typeface="Arial"/>
              </a:rPr>
              <a:t>ir</a:t>
            </a:r>
            <a:r>
              <a:rPr sz="1800" b="1" spc="-95" dirty="0">
                <a:solidFill>
                  <a:srgbClr val="0A3C41"/>
                </a:solidFill>
                <a:latin typeface="Verdana"/>
                <a:cs typeface="Verdana"/>
              </a:rPr>
              <a:t>ec</a:t>
            </a:r>
            <a:r>
              <a:rPr sz="1800" b="1" spc="-95" dirty="0">
                <a:solidFill>
                  <a:srgbClr val="0A3C41"/>
                </a:solidFill>
                <a:latin typeface="Arial"/>
                <a:cs typeface="Arial"/>
              </a:rPr>
              <a:t>tor</a:t>
            </a:r>
            <a:r>
              <a:rPr sz="1650" b="1" spc="-95" dirty="0">
                <a:solidFill>
                  <a:srgbClr val="0A3C41"/>
                </a:solidFill>
                <a:latin typeface="Arial"/>
                <a:cs typeface="Arial"/>
              </a:rPr>
              <a:t>_</a:t>
            </a:r>
            <a:r>
              <a:rPr sz="1800" b="1" spc="-95" dirty="0">
                <a:solidFill>
                  <a:srgbClr val="0A3C41"/>
                </a:solidFill>
                <a:latin typeface="Arial"/>
                <a:cs typeface="Arial"/>
              </a:rPr>
              <a:t>i</a:t>
            </a:r>
            <a:r>
              <a:rPr sz="1800" b="1" spc="-95" dirty="0">
                <a:solidFill>
                  <a:srgbClr val="0A3C41"/>
                </a:solidFill>
                <a:latin typeface="Verdana"/>
                <a:cs typeface="Verdana"/>
              </a:rPr>
              <a:t>d</a:t>
            </a:r>
            <a:r>
              <a:rPr sz="1800" b="1" spc="204" dirty="0">
                <a:solidFill>
                  <a:srgbClr val="0A3C41"/>
                </a:solidFill>
                <a:latin typeface="Verdana"/>
                <a:cs typeface="Verdana"/>
              </a:rPr>
              <a:t> </a:t>
            </a:r>
            <a:r>
              <a:rPr sz="1800" spc="-185" dirty="0">
                <a:solidFill>
                  <a:srgbClr val="5C726F"/>
                </a:solidFill>
                <a:latin typeface="Lucida Sans Unicode"/>
                <a:cs typeface="Lucida Sans Unicode"/>
              </a:rPr>
              <a:t>links</a:t>
            </a:r>
            <a:r>
              <a:rPr sz="1800" spc="-32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5C726F"/>
                </a:solidFill>
                <a:latin typeface="Lucida Sans Unicode"/>
                <a:cs typeface="Lucida Sans Unicode"/>
              </a:rPr>
              <a:t>to</a:t>
            </a:r>
            <a:r>
              <a:rPr sz="1800" spc="-27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150" dirty="0">
                <a:solidFill>
                  <a:srgbClr val="5C726F"/>
                </a:solidFill>
                <a:latin typeface="Lucida Sans Unicode"/>
                <a:cs typeface="Lucida Sans Unicode"/>
              </a:rPr>
              <a:t>directors</a:t>
            </a:r>
            <a:r>
              <a:rPr sz="1900" spc="-150" dirty="0">
                <a:solidFill>
                  <a:srgbClr val="5C726F"/>
                </a:solidFill>
                <a:latin typeface="Lucida Sans Unicode"/>
                <a:cs typeface="Lucida Sans Unicode"/>
              </a:rPr>
              <a:t>.</a:t>
            </a:r>
            <a:r>
              <a:rPr sz="1800" spc="-150" dirty="0">
                <a:solidFill>
                  <a:srgbClr val="5C726F"/>
                </a:solidFill>
                <a:latin typeface="Lucida Sans Unicode"/>
                <a:cs typeface="Lucida Sans Unicode"/>
              </a:rPr>
              <a:t>id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661400" y="2641600"/>
            <a:ext cx="7010400" cy="5803900"/>
            <a:chOff x="8661400" y="2641600"/>
            <a:chExt cx="7010400" cy="580390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61400" y="2641600"/>
              <a:ext cx="7010400" cy="58039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15400" y="2844800"/>
              <a:ext cx="6515100" cy="529590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8936872" y="2865163"/>
            <a:ext cx="6462395" cy="756285"/>
          </a:xfrm>
          <a:prstGeom prst="rect">
            <a:avLst/>
          </a:prstGeom>
          <a:solidFill>
            <a:srgbClr val="0A3C41"/>
          </a:solidFill>
        </p:spPr>
        <p:txBody>
          <a:bodyPr vert="horz" wrap="square" lIns="0" tIns="1447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0"/>
              </a:spcBef>
            </a:pPr>
            <a:r>
              <a:rPr sz="2600" b="1" spc="-20" dirty="0">
                <a:solidFill>
                  <a:srgbClr val="DFA06A"/>
                </a:solidFill>
                <a:latin typeface="Arial"/>
                <a:cs typeface="Arial"/>
              </a:rPr>
              <a:t>d</a:t>
            </a:r>
            <a:r>
              <a:rPr sz="2700" b="1" spc="-20" dirty="0">
                <a:solidFill>
                  <a:srgbClr val="DFA06A"/>
                </a:solidFill>
                <a:latin typeface="Tahoma"/>
                <a:cs typeface="Tahoma"/>
              </a:rPr>
              <a:t>ir</a:t>
            </a:r>
            <a:r>
              <a:rPr sz="2600" b="1" spc="-20" dirty="0">
                <a:solidFill>
                  <a:srgbClr val="DFA06A"/>
                </a:solidFill>
                <a:latin typeface="Arial"/>
                <a:cs typeface="Arial"/>
              </a:rPr>
              <a:t>ec</a:t>
            </a:r>
            <a:r>
              <a:rPr sz="2700" b="1" spc="-20" dirty="0">
                <a:solidFill>
                  <a:srgbClr val="DFA06A"/>
                </a:solidFill>
                <a:latin typeface="Tahoma"/>
                <a:cs typeface="Tahoma"/>
              </a:rPr>
              <a:t>tors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347200" y="3957482"/>
            <a:ext cx="2582545" cy="306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dirty="0">
                <a:solidFill>
                  <a:srgbClr val="0A3C41"/>
                </a:solidFill>
                <a:latin typeface="Arial"/>
                <a:cs typeface="Arial"/>
              </a:rPr>
              <a:t>i</a:t>
            </a:r>
            <a:r>
              <a:rPr sz="1800" b="1" dirty="0">
                <a:solidFill>
                  <a:srgbClr val="0A3C41"/>
                </a:solidFill>
                <a:latin typeface="Verdana"/>
                <a:cs typeface="Verdana"/>
              </a:rPr>
              <a:t>d</a:t>
            </a:r>
            <a:r>
              <a:rPr sz="1800" b="1" spc="215" dirty="0">
                <a:solidFill>
                  <a:srgbClr val="0A3C41"/>
                </a:solidFill>
                <a:latin typeface="Verdana"/>
                <a:cs typeface="Verdana"/>
              </a:rPr>
              <a:t> </a:t>
            </a:r>
            <a:r>
              <a:rPr sz="1800" spc="-190" dirty="0">
                <a:solidFill>
                  <a:srgbClr val="5C726F"/>
                </a:solidFill>
                <a:latin typeface="Lucida Sans Unicode"/>
                <a:cs typeface="Lucida Sans Unicode"/>
              </a:rPr>
              <a:t>unique</a:t>
            </a:r>
            <a:r>
              <a:rPr sz="1800" spc="-22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155" dirty="0">
                <a:solidFill>
                  <a:srgbClr val="5C726F"/>
                </a:solidFill>
                <a:latin typeface="Lucida Sans Unicode"/>
                <a:cs typeface="Lucida Sans Unicode"/>
              </a:rPr>
              <a:t>director</a:t>
            </a:r>
            <a:r>
              <a:rPr sz="1800" spc="-30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145" dirty="0">
                <a:solidFill>
                  <a:srgbClr val="5C726F"/>
                </a:solidFill>
                <a:latin typeface="Lucida Sans Unicode"/>
                <a:cs typeface="Lucida Sans Unicode"/>
              </a:rPr>
              <a:t>identifier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363598" y="4413570"/>
            <a:ext cx="5608955" cy="561340"/>
          </a:xfrm>
          <a:custGeom>
            <a:avLst/>
            <a:gdLst/>
            <a:ahLst/>
            <a:cxnLst/>
            <a:rect l="l" t="t" r="r" b="b"/>
            <a:pathLst>
              <a:path w="5608955" h="561339">
                <a:moveTo>
                  <a:pt x="0" y="0"/>
                </a:moveTo>
                <a:lnTo>
                  <a:pt x="5608404" y="0"/>
                </a:lnTo>
              </a:path>
              <a:path w="5608955" h="561339">
                <a:moveTo>
                  <a:pt x="0" y="560840"/>
                </a:moveTo>
                <a:lnTo>
                  <a:pt x="5608404" y="560840"/>
                </a:lnTo>
              </a:path>
            </a:pathLst>
          </a:custGeom>
          <a:ln w="25400">
            <a:solidFill>
              <a:srgbClr val="D6ECE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347200" y="4507932"/>
            <a:ext cx="280162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="1" spc="-100" dirty="0">
                <a:solidFill>
                  <a:srgbClr val="0A3C41"/>
                </a:solidFill>
                <a:latin typeface="Arial"/>
                <a:cs typeface="Arial"/>
              </a:rPr>
              <a:t>n</a:t>
            </a:r>
            <a:r>
              <a:rPr sz="1800" b="1" spc="-100" dirty="0">
                <a:solidFill>
                  <a:srgbClr val="0A3C41"/>
                </a:solidFill>
                <a:latin typeface="Verdana"/>
                <a:cs typeface="Verdana"/>
              </a:rPr>
              <a:t>a</a:t>
            </a:r>
            <a:r>
              <a:rPr sz="1800" b="1" spc="-100" dirty="0">
                <a:solidFill>
                  <a:srgbClr val="0A3C41"/>
                </a:solidFill>
                <a:latin typeface="Arial"/>
                <a:cs typeface="Arial"/>
              </a:rPr>
              <a:t>m</a:t>
            </a:r>
            <a:r>
              <a:rPr sz="1800" b="1" spc="-100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1800" b="1" spc="180" dirty="0">
                <a:solidFill>
                  <a:srgbClr val="0A3C41"/>
                </a:solidFill>
                <a:latin typeface="Verdana"/>
                <a:cs typeface="Verdana"/>
              </a:rPr>
              <a:t> </a:t>
            </a:r>
            <a:r>
              <a:rPr sz="1800" spc="-160" dirty="0">
                <a:solidFill>
                  <a:srgbClr val="5C726F"/>
                </a:solidFill>
                <a:latin typeface="Lucida Sans Unicode"/>
                <a:cs typeface="Lucida Sans Unicode"/>
              </a:rPr>
              <a:t>the</a:t>
            </a:r>
            <a:r>
              <a:rPr sz="1800" spc="-22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150" dirty="0">
                <a:solidFill>
                  <a:srgbClr val="5C726F"/>
                </a:solidFill>
                <a:latin typeface="Lucida Sans Unicode"/>
                <a:cs typeface="Lucida Sans Unicode"/>
              </a:rPr>
              <a:t>director</a:t>
            </a:r>
            <a:r>
              <a:rPr sz="1900" spc="-150" dirty="0">
                <a:solidFill>
                  <a:srgbClr val="5C726F"/>
                </a:solidFill>
                <a:latin typeface="Lucida Sans Unicode"/>
                <a:cs typeface="Lucida Sans Unicode"/>
              </a:rPr>
              <a:t>'</a:t>
            </a:r>
            <a:r>
              <a:rPr sz="1800" spc="-150" dirty="0">
                <a:solidFill>
                  <a:srgbClr val="5C726F"/>
                </a:solidFill>
                <a:latin typeface="Lucida Sans Unicode"/>
                <a:cs typeface="Lucida Sans Unicode"/>
              </a:rPr>
              <a:t>s</a:t>
            </a:r>
            <a:r>
              <a:rPr sz="1800" spc="-32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200" dirty="0">
                <a:solidFill>
                  <a:srgbClr val="5C726F"/>
                </a:solidFill>
                <a:latin typeface="Lucida Sans Unicode"/>
                <a:cs typeface="Lucida Sans Unicode"/>
              </a:rPr>
              <a:t>full</a:t>
            </a:r>
            <a:r>
              <a:rPr sz="1800" spc="-14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114" dirty="0">
                <a:solidFill>
                  <a:srgbClr val="5C726F"/>
                </a:solidFill>
                <a:latin typeface="Lucida Sans Unicode"/>
                <a:cs typeface="Lucida Sans Unicode"/>
              </a:rPr>
              <a:t>name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347200" y="5066732"/>
            <a:ext cx="3268979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="1" spc="-114" dirty="0">
                <a:solidFill>
                  <a:srgbClr val="0A3C41"/>
                </a:solidFill>
                <a:latin typeface="Arial"/>
                <a:cs typeface="Arial"/>
              </a:rPr>
              <a:t>g</a:t>
            </a:r>
            <a:r>
              <a:rPr sz="1800" b="1" spc="-114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1800" b="1" spc="-114" dirty="0">
                <a:solidFill>
                  <a:srgbClr val="0A3C41"/>
                </a:solidFill>
                <a:latin typeface="Arial"/>
                <a:cs typeface="Arial"/>
              </a:rPr>
              <a:t>n</a:t>
            </a:r>
            <a:r>
              <a:rPr sz="1800" b="1" spc="-114" dirty="0">
                <a:solidFill>
                  <a:srgbClr val="0A3C41"/>
                </a:solidFill>
                <a:latin typeface="Verdana"/>
                <a:cs typeface="Verdana"/>
              </a:rPr>
              <a:t>de</a:t>
            </a:r>
            <a:r>
              <a:rPr sz="1800" b="1" spc="-114" dirty="0">
                <a:solidFill>
                  <a:srgbClr val="0A3C41"/>
                </a:solidFill>
                <a:latin typeface="Arial"/>
                <a:cs typeface="Arial"/>
              </a:rPr>
              <a:t>r</a:t>
            </a:r>
            <a:r>
              <a:rPr sz="1800" b="1" spc="285" dirty="0">
                <a:solidFill>
                  <a:srgbClr val="0A3C41"/>
                </a:solidFill>
                <a:latin typeface="Arial"/>
                <a:cs typeface="Arial"/>
              </a:rPr>
              <a:t> </a:t>
            </a:r>
            <a:r>
              <a:rPr sz="1800" spc="-165" dirty="0">
                <a:solidFill>
                  <a:srgbClr val="5C726F"/>
                </a:solidFill>
                <a:latin typeface="Lucida Sans Unicode"/>
                <a:cs typeface="Lucida Sans Unicode"/>
              </a:rPr>
              <a:t>coded</a:t>
            </a:r>
            <a:r>
              <a:rPr sz="1800" spc="-23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165" dirty="0">
                <a:solidFill>
                  <a:srgbClr val="5C726F"/>
                </a:solidFill>
                <a:latin typeface="Lucida Sans Unicode"/>
                <a:cs typeface="Lucida Sans Unicode"/>
              </a:rPr>
              <a:t>gender</a:t>
            </a:r>
            <a:r>
              <a:rPr sz="1800" spc="-30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900" spc="-250" dirty="0">
                <a:solidFill>
                  <a:srgbClr val="5C726F"/>
                </a:solidFill>
                <a:latin typeface="Lucida Sans Unicode"/>
                <a:cs typeface="Lucida Sans Unicode"/>
              </a:rPr>
              <a:t>(</a:t>
            </a:r>
            <a:r>
              <a:rPr sz="1750" spc="-250" dirty="0">
                <a:solidFill>
                  <a:srgbClr val="5C726F"/>
                </a:solidFill>
                <a:latin typeface="Lucida Sans Unicode"/>
                <a:cs typeface="Lucida Sans Unicode"/>
              </a:rPr>
              <a:t>1</a:t>
            </a:r>
            <a:r>
              <a:rPr sz="1750" spc="-10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305" dirty="0">
                <a:solidFill>
                  <a:srgbClr val="5C726F"/>
                </a:solidFill>
                <a:latin typeface="Lucida Sans Unicode"/>
                <a:cs typeface="Lucida Sans Unicode"/>
              </a:rPr>
              <a:t>=</a:t>
            </a:r>
            <a:r>
              <a:rPr sz="1650" spc="-14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125" dirty="0">
                <a:solidFill>
                  <a:srgbClr val="5C726F"/>
                </a:solidFill>
                <a:latin typeface="Lucida Sans Unicode"/>
                <a:cs typeface="Lucida Sans Unicode"/>
              </a:rPr>
              <a:t>female</a:t>
            </a:r>
            <a:r>
              <a:rPr sz="1900" spc="-125" dirty="0">
                <a:solidFill>
                  <a:srgbClr val="5C726F"/>
                </a:solidFill>
                <a:latin typeface="Lucida Sans Unicode"/>
                <a:cs typeface="Lucida Sans Unicode"/>
              </a:rPr>
              <a:t>)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936872" y="5547444"/>
            <a:ext cx="6462395" cy="2255520"/>
          </a:xfrm>
          <a:prstGeom prst="rect">
            <a:avLst/>
          </a:prstGeom>
          <a:solidFill>
            <a:srgbClr val="D6ECE9"/>
          </a:solidFill>
        </p:spPr>
        <p:txBody>
          <a:bodyPr vert="horz" wrap="square" lIns="0" tIns="212090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1670"/>
              </a:spcBef>
            </a:pPr>
            <a:r>
              <a:rPr sz="1550" b="1" spc="-30" dirty="0">
                <a:solidFill>
                  <a:srgbClr val="C26F3C"/>
                </a:solidFill>
                <a:latin typeface="Arial"/>
                <a:cs typeface="Arial"/>
              </a:rPr>
              <a:t>RE</a:t>
            </a:r>
            <a:r>
              <a:rPr sz="1550" b="1" spc="-15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120" dirty="0">
                <a:solidFill>
                  <a:srgbClr val="C26F3C"/>
                </a:solidFill>
                <a:latin typeface="Arial"/>
                <a:cs typeface="Arial"/>
              </a:rPr>
              <a:t>LATI</a:t>
            </a:r>
            <a:r>
              <a:rPr sz="1550" b="1" spc="-17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45" dirty="0">
                <a:solidFill>
                  <a:srgbClr val="C26F3C"/>
                </a:solidFill>
                <a:latin typeface="Arial"/>
                <a:cs typeface="Arial"/>
              </a:rPr>
              <a:t>O</a:t>
            </a:r>
            <a:r>
              <a:rPr sz="1550" b="1" spc="-20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45" dirty="0">
                <a:solidFill>
                  <a:srgbClr val="C26F3C"/>
                </a:solidFill>
                <a:latin typeface="Arial"/>
                <a:cs typeface="Arial"/>
              </a:rPr>
              <a:t>N</a:t>
            </a:r>
            <a:r>
              <a:rPr sz="1550" b="1" spc="-21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C26F3C"/>
                </a:solidFill>
                <a:latin typeface="Arial"/>
                <a:cs typeface="Arial"/>
              </a:rPr>
              <a:t>S</a:t>
            </a:r>
            <a:r>
              <a:rPr sz="1550" b="1" spc="-22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40" dirty="0">
                <a:solidFill>
                  <a:srgbClr val="C26F3C"/>
                </a:solidFill>
                <a:latin typeface="Arial"/>
                <a:cs typeface="Arial"/>
              </a:rPr>
              <a:t>H</a:t>
            </a:r>
            <a:r>
              <a:rPr sz="1550" b="1" spc="-22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90" dirty="0">
                <a:solidFill>
                  <a:srgbClr val="C26F3C"/>
                </a:solidFill>
                <a:latin typeface="Arial"/>
                <a:cs typeface="Arial"/>
              </a:rPr>
              <a:t>I</a:t>
            </a:r>
            <a:r>
              <a:rPr sz="1550" b="1" spc="-17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C26F3C"/>
                </a:solidFill>
                <a:latin typeface="Arial"/>
                <a:cs typeface="Arial"/>
              </a:rPr>
              <a:t>P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500">
              <a:latin typeface="Arial"/>
              <a:cs typeface="Arial"/>
            </a:endParaRPr>
          </a:p>
          <a:p>
            <a:pPr marL="359410">
              <a:lnSpc>
                <a:spcPct val="100000"/>
              </a:lnSpc>
              <a:spcBef>
                <a:spcPts val="5"/>
              </a:spcBef>
            </a:pPr>
            <a:r>
              <a:rPr sz="2050" b="1" spc="-150" dirty="0">
                <a:solidFill>
                  <a:srgbClr val="0A3C41"/>
                </a:solidFill>
                <a:latin typeface="Arial"/>
                <a:cs typeface="Arial"/>
              </a:rPr>
              <a:t>movi</a:t>
            </a:r>
            <a:r>
              <a:rPr sz="2000" b="1" spc="-150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2050" b="1" spc="-150" dirty="0">
                <a:solidFill>
                  <a:srgbClr val="0A3C41"/>
                </a:solidFill>
                <a:latin typeface="Arial"/>
                <a:cs typeface="Arial"/>
              </a:rPr>
              <a:t>s</a:t>
            </a:r>
            <a:r>
              <a:rPr sz="1850" b="1" spc="-150" dirty="0">
                <a:solidFill>
                  <a:srgbClr val="0A3C41"/>
                </a:solidFill>
                <a:latin typeface="Arial"/>
                <a:cs typeface="Arial"/>
              </a:rPr>
              <a:t>.</a:t>
            </a:r>
            <a:r>
              <a:rPr sz="2000" b="1" spc="-150" dirty="0">
                <a:solidFill>
                  <a:srgbClr val="0A3C41"/>
                </a:solidFill>
                <a:latin typeface="Verdana"/>
                <a:cs typeface="Verdana"/>
              </a:rPr>
              <a:t>d</a:t>
            </a:r>
            <a:r>
              <a:rPr sz="2050" b="1" spc="-150" dirty="0">
                <a:solidFill>
                  <a:srgbClr val="0A3C41"/>
                </a:solidFill>
                <a:latin typeface="Arial"/>
                <a:cs typeface="Arial"/>
              </a:rPr>
              <a:t>ir</a:t>
            </a:r>
            <a:r>
              <a:rPr sz="2000" b="1" spc="-150" dirty="0">
                <a:solidFill>
                  <a:srgbClr val="0A3C41"/>
                </a:solidFill>
                <a:latin typeface="Verdana"/>
                <a:cs typeface="Verdana"/>
              </a:rPr>
              <a:t>ec</a:t>
            </a:r>
            <a:r>
              <a:rPr sz="2050" b="1" spc="-150" dirty="0">
                <a:solidFill>
                  <a:srgbClr val="0A3C41"/>
                </a:solidFill>
                <a:latin typeface="Arial"/>
                <a:cs typeface="Arial"/>
              </a:rPr>
              <a:t>tor</a:t>
            </a:r>
            <a:r>
              <a:rPr sz="1850" b="1" spc="-150" dirty="0">
                <a:solidFill>
                  <a:srgbClr val="0A3C41"/>
                </a:solidFill>
                <a:latin typeface="Arial"/>
                <a:cs typeface="Arial"/>
              </a:rPr>
              <a:t>_</a:t>
            </a:r>
            <a:r>
              <a:rPr sz="2050" b="1" spc="-150" dirty="0">
                <a:solidFill>
                  <a:srgbClr val="0A3C41"/>
                </a:solidFill>
                <a:latin typeface="Arial"/>
                <a:cs typeface="Arial"/>
              </a:rPr>
              <a:t>i</a:t>
            </a:r>
            <a:r>
              <a:rPr sz="2000" b="1" spc="-150" dirty="0">
                <a:solidFill>
                  <a:srgbClr val="0A3C41"/>
                </a:solidFill>
                <a:latin typeface="Verdana"/>
                <a:cs typeface="Verdana"/>
              </a:rPr>
              <a:t>d</a:t>
            </a:r>
            <a:r>
              <a:rPr sz="2000" b="1" spc="145" dirty="0">
                <a:solidFill>
                  <a:srgbClr val="0A3C41"/>
                </a:solidFill>
                <a:latin typeface="Verdana"/>
                <a:cs typeface="Verdana"/>
              </a:rPr>
              <a:t> </a:t>
            </a:r>
            <a:r>
              <a:rPr sz="1850" spc="100" dirty="0">
                <a:solidFill>
                  <a:srgbClr val="5C726F"/>
                </a:solidFill>
                <a:latin typeface="Lucida Sans Unicode"/>
                <a:cs typeface="Lucida Sans Unicode"/>
              </a:rPr>
              <a:t>→</a:t>
            </a:r>
            <a:r>
              <a:rPr sz="1850" spc="14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2000" b="1" spc="-40" dirty="0">
                <a:solidFill>
                  <a:srgbClr val="0A3C41"/>
                </a:solidFill>
                <a:latin typeface="Verdana"/>
                <a:cs typeface="Verdana"/>
              </a:rPr>
              <a:t>d</a:t>
            </a:r>
            <a:r>
              <a:rPr sz="2050" b="1" spc="-40" dirty="0">
                <a:solidFill>
                  <a:srgbClr val="0A3C41"/>
                </a:solidFill>
                <a:latin typeface="Arial"/>
                <a:cs typeface="Arial"/>
              </a:rPr>
              <a:t>ir</a:t>
            </a:r>
            <a:r>
              <a:rPr sz="2000" b="1" spc="-40" dirty="0">
                <a:solidFill>
                  <a:srgbClr val="0A3C41"/>
                </a:solidFill>
                <a:latin typeface="Verdana"/>
                <a:cs typeface="Verdana"/>
              </a:rPr>
              <a:t>ec</a:t>
            </a:r>
            <a:r>
              <a:rPr sz="2050" b="1" spc="-40" dirty="0">
                <a:solidFill>
                  <a:srgbClr val="0A3C41"/>
                </a:solidFill>
                <a:latin typeface="Arial"/>
                <a:cs typeface="Arial"/>
              </a:rPr>
              <a:t>tors</a:t>
            </a:r>
            <a:r>
              <a:rPr sz="1850" b="1" spc="-40" dirty="0">
                <a:solidFill>
                  <a:srgbClr val="0A3C41"/>
                </a:solidFill>
                <a:latin typeface="Arial"/>
                <a:cs typeface="Arial"/>
              </a:rPr>
              <a:t>.</a:t>
            </a:r>
            <a:r>
              <a:rPr sz="2050" b="1" spc="-40" dirty="0">
                <a:solidFill>
                  <a:srgbClr val="0A3C41"/>
                </a:solidFill>
                <a:latin typeface="Arial"/>
                <a:cs typeface="Arial"/>
              </a:rPr>
              <a:t>i</a:t>
            </a:r>
            <a:r>
              <a:rPr sz="2000" b="1" spc="-40" dirty="0">
                <a:solidFill>
                  <a:srgbClr val="0A3C41"/>
                </a:solidFill>
                <a:latin typeface="Verdana"/>
                <a:cs typeface="Verdana"/>
              </a:rPr>
              <a:t>d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9" y="731531"/>
            <a:ext cx="756285" cy="756285"/>
          </a:xfrm>
          <a:prstGeom prst="rect">
            <a:avLst/>
          </a:prstGeom>
          <a:solidFill>
            <a:srgbClr val="C26F3C"/>
          </a:solidFill>
        </p:spPr>
        <p:txBody>
          <a:bodyPr vert="horz" wrap="square" lIns="0" tIns="10033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790"/>
              </a:spcBef>
            </a:pPr>
            <a:r>
              <a:rPr sz="3350" b="1" spc="20" dirty="0">
                <a:solidFill>
                  <a:srgbClr val="072529"/>
                </a:solidFill>
                <a:latin typeface="Arial"/>
                <a:cs typeface="Arial"/>
              </a:rPr>
              <a:t>A</a:t>
            </a:r>
            <a:endParaRPr sz="33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6900" y="1970430"/>
            <a:ext cx="212217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DFA06A"/>
                </a:solidFill>
                <a:latin typeface="Arial"/>
                <a:cs typeface="Arial"/>
              </a:rPr>
              <a:t>BASI</a:t>
            </a:r>
            <a:r>
              <a:rPr sz="1650" b="1" spc="-10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DFA06A"/>
                </a:solidFill>
                <a:latin typeface="Arial"/>
                <a:cs typeface="Arial"/>
              </a:rPr>
              <a:t>C</a:t>
            </a:r>
            <a:r>
              <a:rPr sz="1650" b="1" spc="20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55" dirty="0">
                <a:solidFill>
                  <a:srgbClr val="DFA06A"/>
                </a:solidFill>
                <a:latin typeface="Arial"/>
                <a:cs typeface="Arial"/>
              </a:rPr>
              <a:t>RETRI</a:t>
            </a:r>
            <a:r>
              <a:rPr sz="1650" b="1" spc="-204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110" dirty="0">
                <a:solidFill>
                  <a:srgbClr val="DFA06A"/>
                </a:solidFill>
                <a:latin typeface="Arial"/>
                <a:cs typeface="Arial"/>
              </a:rPr>
              <a:t>E</a:t>
            </a:r>
            <a:r>
              <a:rPr sz="1650" b="1" spc="-23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75" dirty="0">
                <a:solidFill>
                  <a:srgbClr val="DFA06A"/>
                </a:solidFill>
                <a:latin typeface="Arial"/>
                <a:cs typeface="Arial"/>
              </a:rPr>
              <a:t>VAL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900" y="2418974"/>
            <a:ext cx="2429510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10"/>
              </a:lnSpc>
              <a:spcBef>
                <a:spcPts val="100"/>
              </a:spcBef>
            </a:pPr>
            <a:r>
              <a:rPr sz="3250" b="1" spc="-215" dirty="0">
                <a:solidFill>
                  <a:srgbClr val="FAFAF6"/>
                </a:solidFill>
                <a:latin typeface="Arial"/>
                <a:cs typeface="Arial"/>
              </a:rPr>
              <a:t>Ge</a:t>
            </a:r>
            <a:r>
              <a:rPr sz="3350" b="1" spc="-215" dirty="0">
                <a:solidFill>
                  <a:srgbClr val="FAFAF6"/>
                </a:solidFill>
                <a:latin typeface="Tahoma"/>
                <a:cs typeface="Tahoma"/>
              </a:rPr>
              <a:t>t</a:t>
            </a:r>
            <a:r>
              <a:rPr sz="3350" b="1" spc="-425" dirty="0">
                <a:solidFill>
                  <a:srgbClr val="FAFAF6"/>
                </a:solidFill>
                <a:latin typeface="Tahoma"/>
                <a:cs typeface="Tahoma"/>
              </a:rPr>
              <a:t> </a:t>
            </a:r>
            <a:r>
              <a:rPr sz="3250" b="1" spc="-270" dirty="0">
                <a:solidFill>
                  <a:srgbClr val="FAFAF6"/>
                </a:solidFill>
                <a:latin typeface="Arial"/>
                <a:cs typeface="Arial"/>
              </a:rPr>
              <a:t>A</a:t>
            </a:r>
            <a:r>
              <a:rPr sz="3350" b="1" spc="-270" dirty="0">
                <a:solidFill>
                  <a:srgbClr val="FAFAF6"/>
                </a:solidFill>
                <a:latin typeface="Tahoma"/>
                <a:cs typeface="Tahoma"/>
              </a:rPr>
              <a:t>ll</a:t>
            </a:r>
            <a:r>
              <a:rPr sz="3350" b="1" spc="-160" dirty="0">
                <a:solidFill>
                  <a:srgbClr val="FAFAF6"/>
                </a:solidFill>
                <a:latin typeface="Tahoma"/>
                <a:cs typeface="Tahoma"/>
              </a:rPr>
              <a:t> </a:t>
            </a:r>
            <a:r>
              <a:rPr sz="3250" b="1" spc="-125" dirty="0">
                <a:solidFill>
                  <a:srgbClr val="FAFAF6"/>
                </a:solidFill>
                <a:latin typeface="Arial"/>
                <a:cs typeface="Arial"/>
              </a:rPr>
              <a:t>M</a:t>
            </a:r>
            <a:r>
              <a:rPr sz="3350" b="1" spc="-125" dirty="0">
                <a:solidFill>
                  <a:srgbClr val="FAFAF6"/>
                </a:solidFill>
                <a:latin typeface="Tahoma"/>
                <a:cs typeface="Tahoma"/>
              </a:rPr>
              <a:t>ovi</a:t>
            </a:r>
            <a:r>
              <a:rPr sz="3250" b="1" spc="-125" dirty="0">
                <a:solidFill>
                  <a:srgbClr val="FAFAF6"/>
                </a:solidFill>
                <a:latin typeface="Arial"/>
                <a:cs typeface="Arial"/>
              </a:rPr>
              <a:t>e</a:t>
            </a:r>
            <a:endParaRPr sz="3250">
              <a:latin typeface="Arial"/>
              <a:cs typeface="Arial"/>
            </a:endParaRPr>
          </a:p>
          <a:p>
            <a:pPr marL="12700">
              <a:lnSpc>
                <a:spcPts val="3810"/>
              </a:lnSpc>
            </a:pPr>
            <a:r>
              <a:rPr sz="3250" b="1" spc="-20" dirty="0">
                <a:solidFill>
                  <a:srgbClr val="FAFAF6"/>
                </a:solidFill>
                <a:latin typeface="Arial"/>
                <a:cs typeface="Arial"/>
              </a:rPr>
              <a:t>Da</a:t>
            </a:r>
            <a:r>
              <a:rPr sz="3350" b="1" spc="-20" dirty="0">
                <a:solidFill>
                  <a:srgbClr val="FAFAF6"/>
                </a:solidFill>
                <a:latin typeface="Tahoma"/>
                <a:cs typeface="Tahoma"/>
              </a:rPr>
              <a:t>t</a:t>
            </a:r>
            <a:r>
              <a:rPr sz="3250" b="1" spc="-20" dirty="0">
                <a:solidFill>
                  <a:srgbClr val="FAFAF6"/>
                </a:solidFill>
                <a:latin typeface="Arial"/>
                <a:cs typeface="Arial"/>
              </a:rPr>
              <a:t>a</a:t>
            </a:r>
            <a:endParaRPr sz="32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3796" y="1068455"/>
            <a:ext cx="1942645" cy="23057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25309" y="1068396"/>
            <a:ext cx="2091375" cy="18227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483100" y="1346200"/>
            <a:ext cx="6515100" cy="2260600"/>
            <a:chOff x="4483100" y="1346200"/>
            <a:chExt cx="6515100" cy="22606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3100" y="1346200"/>
              <a:ext cx="6515100" cy="2260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73600" y="1498600"/>
              <a:ext cx="6146800" cy="187960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99025" y="5156200"/>
            <a:ext cx="15653385" cy="3988435"/>
            <a:chOff x="599025" y="5156200"/>
            <a:chExt cx="15653385" cy="3988435"/>
          </a:xfrm>
        </p:grpSpPr>
        <p:sp>
          <p:nvSpPr>
            <p:cNvPr id="11" name="object 11"/>
            <p:cNvSpPr/>
            <p:nvPr/>
          </p:nvSpPr>
          <p:spPr>
            <a:xfrm>
              <a:off x="609609" y="7498194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59" y="3989"/>
                  </a:lnTo>
                  <a:lnTo>
                    <a:pt x="208459" y="15538"/>
                  </a:lnTo>
                  <a:lnTo>
                    <a:pt x="164726" y="34021"/>
                  </a:lnTo>
                  <a:lnTo>
                    <a:pt x="124789" y="58808"/>
                  </a:lnTo>
                  <a:lnTo>
                    <a:pt x="89273" y="89273"/>
                  </a:lnTo>
                  <a:lnTo>
                    <a:pt x="58808" y="124789"/>
                  </a:lnTo>
                  <a:lnTo>
                    <a:pt x="34021" y="164726"/>
                  </a:lnTo>
                  <a:lnTo>
                    <a:pt x="15538" y="208459"/>
                  </a:lnTo>
                  <a:lnTo>
                    <a:pt x="3989" y="255359"/>
                  </a:lnTo>
                  <a:lnTo>
                    <a:pt x="0" y="304800"/>
                  </a:lnTo>
                  <a:lnTo>
                    <a:pt x="3989" y="354240"/>
                  </a:lnTo>
                  <a:lnTo>
                    <a:pt x="15538" y="401140"/>
                  </a:lnTo>
                  <a:lnTo>
                    <a:pt x="34021" y="444873"/>
                  </a:lnTo>
                  <a:lnTo>
                    <a:pt x="58808" y="484810"/>
                  </a:lnTo>
                  <a:lnTo>
                    <a:pt x="89273" y="520326"/>
                  </a:lnTo>
                  <a:lnTo>
                    <a:pt x="124789" y="550791"/>
                  </a:lnTo>
                  <a:lnTo>
                    <a:pt x="164726" y="575578"/>
                  </a:lnTo>
                  <a:lnTo>
                    <a:pt x="208459" y="594061"/>
                  </a:lnTo>
                  <a:lnTo>
                    <a:pt x="255359" y="605610"/>
                  </a:lnTo>
                  <a:lnTo>
                    <a:pt x="304800" y="609600"/>
                  </a:lnTo>
                  <a:lnTo>
                    <a:pt x="354240" y="605610"/>
                  </a:lnTo>
                  <a:lnTo>
                    <a:pt x="401140" y="594061"/>
                  </a:lnTo>
                  <a:lnTo>
                    <a:pt x="444873" y="575578"/>
                  </a:lnTo>
                  <a:lnTo>
                    <a:pt x="484810" y="550791"/>
                  </a:lnTo>
                  <a:lnTo>
                    <a:pt x="520326" y="520326"/>
                  </a:lnTo>
                  <a:lnTo>
                    <a:pt x="550791" y="484810"/>
                  </a:lnTo>
                  <a:lnTo>
                    <a:pt x="575578" y="444873"/>
                  </a:lnTo>
                  <a:lnTo>
                    <a:pt x="594061" y="401140"/>
                  </a:lnTo>
                  <a:lnTo>
                    <a:pt x="605610" y="354240"/>
                  </a:lnTo>
                  <a:lnTo>
                    <a:pt x="609600" y="304800"/>
                  </a:lnTo>
                  <a:lnTo>
                    <a:pt x="605610" y="255359"/>
                  </a:lnTo>
                  <a:lnTo>
                    <a:pt x="594061" y="208459"/>
                  </a:lnTo>
                  <a:lnTo>
                    <a:pt x="575578" y="164726"/>
                  </a:lnTo>
                  <a:lnTo>
                    <a:pt x="550791" y="124789"/>
                  </a:lnTo>
                  <a:lnTo>
                    <a:pt x="520326" y="89273"/>
                  </a:lnTo>
                  <a:lnTo>
                    <a:pt x="484810" y="58808"/>
                  </a:lnTo>
                  <a:lnTo>
                    <a:pt x="444873" y="34021"/>
                  </a:lnTo>
                  <a:lnTo>
                    <a:pt x="401140" y="15538"/>
                  </a:lnTo>
                  <a:lnTo>
                    <a:pt x="354240" y="3989"/>
                  </a:lnTo>
                  <a:lnTo>
                    <a:pt x="304800" y="0"/>
                  </a:lnTo>
                  <a:close/>
                </a:path>
              </a:pathLst>
            </a:custGeom>
            <a:ln w="21166">
              <a:solidFill>
                <a:srgbClr val="C26F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80179" y="7681076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496" y="316992"/>
                  </a:moveTo>
                  <a:lnTo>
                    <a:pt x="108399" y="308912"/>
                  </a:lnTo>
                  <a:lnTo>
                    <a:pt x="64890" y="286411"/>
                  </a:lnTo>
                  <a:lnTo>
                    <a:pt x="30580" y="252101"/>
                  </a:lnTo>
                  <a:lnTo>
                    <a:pt x="8080" y="208592"/>
                  </a:lnTo>
                  <a:lnTo>
                    <a:pt x="0" y="158495"/>
                  </a:lnTo>
                  <a:lnTo>
                    <a:pt x="8080" y="108398"/>
                  </a:lnTo>
                  <a:lnTo>
                    <a:pt x="30580" y="64890"/>
                  </a:lnTo>
                  <a:lnTo>
                    <a:pt x="64890" y="30580"/>
                  </a:lnTo>
                  <a:lnTo>
                    <a:pt x="108399" y="8080"/>
                  </a:lnTo>
                  <a:lnTo>
                    <a:pt x="158496" y="0"/>
                  </a:lnTo>
                  <a:lnTo>
                    <a:pt x="208593" y="8080"/>
                  </a:lnTo>
                  <a:lnTo>
                    <a:pt x="252101" y="30580"/>
                  </a:lnTo>
                  <a:lnTo>
                    <a:pt x="286411" y="64890"/>
                  </a:lnTo>
                  <a:lnTo>
                    <a:pt x="308911" y="108398"/>
                  </a:lnTo>
                  <a:lnTo>
                    <a:pt x="316991" y="158495"/>
                  </a:lnTo>
                  <a:lnTo>
                    <a:pt x="308911" y="208592"/>
                  </a:lnTo>
                  <a:lnTo>
                    <a:pt x="286411" y="252101"/>
                  </a:lnTo>
                  <a:lnTo>
                    <a:pt x="252101" y="286411"/>
                  </a:lnTo>
                  <a:lnTo>
                    <a:pt x="208593" y="308912"/>
                  </a:lnTo>
                  <a:lnTo>
                    <a:pt x="158496" y="316992"/>
                  </a:lnTo>
                  <a:close/>
                </a:path>
              </a:pathLst>
            </a:custGeom>
            <a:solidFill>
              <a:srgbClr val="C26F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84382" y="8193148"/>
              <a:ext cx="12167870" cy="951230"/>
            </a:xfrm>
            <a:custGeom>
              <a:avLst/>
              <a:gdLst/>
              <a:ahLst/>
              <a:cxnLst/>
              <a:rect l="l" t="t" r="r" b="b"/>
              <a:pathLst>
                <a:path w="12167869" h="951229">
                  <a:moveTo>
                    <a:pt x="12167743" y="950976"/>
                  </a:moveTo>
                  <a:lnTo>
                    <a:pt x="0" y="950976"/>
                  </a:lnTo>
                  <a:lnTo>
                    <a:pt x="0" y="0"/>
                  </a:lnTo>
                  <a:lnTo>
                    <a:pt x="12167743" y="0"/>
                  </a:lnTo>
                  <a:lnTo>
                    <a:pt x="12167743" y="950976"/>
                  </a:lnTo>
                  <a:close/>
                </a:path>
              </a:pathLst>
            </a:custGeom>
            <a:solidFill>
              <a:srgbClr val="D6EC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01019" y="8578761"/>
              <a:ext cx="814705" cy="177800"/>
            </a:xfrm>
            <a:custGeom>
              <a:avLst/>
              <a:gdLst/>
              <a:ahLst/>
              <a:cxnLst/>
              <a:rect l="l" t="t" r="r" b="b"/>
              <a:pathLst>
                <a:path w="814704" h="177800">
                  <a:moveTo>
                    <a:pt x="159499" y="34632"/>
                  </a:moveTo>
                  <a:lnTo>
                    <a:pt x="158597" y="28105"/>
                  </a:lnTo>
                  <a:lnTo>
                    <a:pt x="156527" y="22199"/>
                  </a:lnTo>
                  <a:lnTo>
                    <a:pt x="155460" y="19913"/>
                  </a:lnTo>
                  <a:lnTo>
                    <a:pt x="153035" y="14706"/>
                  </a:lnTo>
                  <a:lnTo>
                    <a:pt x="147180" y="9131"/>
                  </a:lnTo>
                  <a:lnTo>
                    <a:pt x="138976" y="5473"/>
                  </a:lnTo>
                  <a:lnTo>
                    <a:pt x="135915" y="4330"/>
                  </a:lnTo>
                  <a:lnTo>
                    <a:pt x="135915" y="42989"/>
                  </a:lnTo>
                  <a:lnTo>
                    <a:pt x="134670" y="50596"/>
                  </a:lnTo>
                  <a:lnTo>
                    <a:pt x="105206" y="79070"/>
                  </a:lnTo>
                  <a:lnTo>
                    <a:pt x="89192" y="80822"/>
                  </a:lnTo>
                  <a:lnTo>
                    <a:pt x="45542" y="80822"/>
                  </a:lnTo>
                  <a:lnTo>
                    <a:pt x="45656" y="80378"/>
                  </a:lnTo>
                  <a:lnTo>
                    <a:pt x="60794" y="19913"/>
                  </a:lnTo>
                  <a:lnTo>
                    <a:pt x="102095" y="19913"/>
                  </a:lnTo>
                  <a:lnTo>
                    <a:pt x="110871" y="20358"/>
                  </a:lnTo>
                  <a:lnTo>
                    <a:pt x="135915" y="42989"/>
                  </a:lnTo>
                  <a:lnTo>
                    <a:pt x="135915" y="4330"/>
                  </a:lnTo>
                  <a:lnTo>
                    <a:pt x="132562" y="3073"/>
                  </a:lnTo>
                  <a:lnTo>
                    <a:pt x="125564" y="1371"/>
                  </a:lnTo>
                  <a:lnTo>
                    <a:pt x="118008" y="342"/>
                  </a:lnTo>
                  <a:lnTo>
                    <a:pt x="109867" y="0"/>
                  </a:lnTo>
                  <a:lnTo>
                    <a:pt x="43713" y="0"/>
                  </a:lnTo>
                  <a:lnTo>
                    <a:pt x="43624" y="342"/>
                  </a:lnTo>
                  <a:lnTo>
                    <a:pt x="0" y="174904"/>
                  </a:lnTo>
                  <a:lnTo>
                    <a:pt x="22034" y="174904"/>
                  </a:lnTo>
                  <a:lnTo>
                    <a:pt x="40589" y="100558"/>
                  </a:lnTo>
                  <a:lnTo>
                    <a:pt x="88011" y="100558"/>
                  </a:lnTo>
                  <a:lnTo>
                    <a:pt x="93243" y="101739"/>
                  </a:lnTo>
                  <a:lnTo>
                    <a:pt x="97091" y="104089"/>
                  </a:lnTo>
                  <a:lnTo>
                    <a:pt x="100977" y="106413"/>
                  </a:lnTo>
                  <a:lnTo>
                    <a:pt x="103759" y="110401"/>
                  </a:lnTo>
                  <a:lnTo>
                    <a:pt x="107137" y="121704"/>
                  </a:lnTo>
                  <a:lnTo>
                    <a:pt x="107759" y="128282"/>
                  </a:lnTo>
                  <a:lnTo>
                    <a:pt x="107696" y="139674"/>
                  </a:lnTo>
                  <a:lnTo>
                    <a:pt x="106870" y="174904"/>
                  </a:lnTo>
                  <a:lnTo>
                    <a:pt x="130073" y="174904"/>
                  </a:lnTo>
                  <a:lnTo>
                    <a:pt x="130619" y="139674"/>
                  </a:lnTo>
                  <a:lnTo>
                    <a:pt x="130746" y="128282"/>
                  </a:lnTo>
                  <a:lnTo>
                    <a:pt x="130416" y="121221"/>
                  </a:lnTo>
                  <a:lnTo>
                    <a:pt x="128917" y="110058"/>
                  </a:lnTo>
                  <a:lnTo>
                    <a:pt x="127190" y="105156"/>
                  </a:lnTo>
                  <a:lnTo>
                    <a:pt x="124256" y="100558"/>
                  </a:lnTo>
                  <a:lnTo>
                    <a:pt x="121805" y="96672"/>
                  </a:lnTo>
                  <a:lnTo>
                    <a:pt x="117779" y="93662"/>
                  </a:lnTo>
                  <a:lnTo>
                    <a:pt x="112407" y="91897"/>
                  </a:lnTo>
                  <a:lnTo>
                    <a:pt x="112522" y="91427"/>
                  </a:lnTo>
                  <a:lnTo>
                    <a:pt x="147116" y="71983"/>
                  </a:lnTo>
                  <a:lnTo>
                    <a:pt x="159245" y="41783"/>
                  </a:lnTo>
                  <a:lnTo>
                    <a:pt x="159499" y="34632"/>
                  </a:lnTo>
                  <a:close/>
                </a:path>
                <a:path w="814704" h="177800">
                  <a:moveTo>
                    <a:pt x="279019" y="88823"/>
                  </a:moveTo>
                  <a:lnTo>
                    <a:pt x="278231" y="80708"/>
                  </a:lnTo>
                  <a:lnTo>
                    <a:pt x="276377" y="73266"/>
                  </a:lnTo>
                  <a:lnTo>
                    <a:pt x="276313" y="73126"/>
                  </a:lnTo>
                  <a:lnTo>
                    <a:pt x="273443" y="66700"/>
                  </a:lnTo>
                  <a:lnTo>
                    <a:pt x="273024" y="66090"/>
                  </a:lnTo>
                  <a:lnTo>
                    <a:pt x="269455" y="60985"/>
                  </a:lnTo>
                  <a:lnTo>
                    <a:pt x="264388" y="56134"/>
                  </a:lnTo>
                  <a:lnTo>
                    <a:pt x="258546" y="52400"/>
                  </a:lnTo>
                  <a:lnTo>
                    <a:pt x="258546" y="93306"/>
                  </a:lnTo>
                  <a:lnTo>
                    <a:pt x="258483" y="93649"/>
                  </a:lnTo>
                  <a:lnTo>
                    <a:pt x="257441" y="100139"/>
                  </a:lnTo>
                  <a:lnTo>
                    <a:pt x="185648" y="100139"/>
                  </a:lnTo>
                  <a:lnTo>
                    <a:pt x="217106" y="67767"/>
                  </a:lnTo>
                  <a:lnTo>
                    <a:pt x="223647" y="66090"/>
                  </a:lnTo>
                  <a:lnTo>
                    <a:pt x="236601" y="66090"/>
                  </a:lnTo>
                  <a:lnTo>
                    <a:pt x="256082" y="82232"/>
                  </a:lnTo>
                  <a:lnTo>
                    <a:pt x="258089" y="87337"/>
                  </a:lnTo>
                  <a:lnTo>
                    <a:pt x="258203" y="88823"/>
                  </a:lnTo>
                  <a:lnTo>
                    <a:pt x="258546" y="93306"/>
                  </a:lnTo>
                  <a:lnTo>
                    <a:pt x="258546" y="52400"/>
                  </a:lnTo>
                  <a:lnTo>
                    <a:pt x="258356" y="52273"/>
                  </a:lnTo>
                  <a:lnTo>
                    <a:pt x="251460" y="49504"/>
                  </a:lnTo>
                  <a:lnTo>
                    <a:pt x="243471" y="47802"/>
                  </a:lnTo>
                  <a:lnTo>
                    <a:pt x="242938" y="47802"/>
                  </a:lnTo>
                  <a:lnTo>
                    <a:pt x="235051" y="47307"/>
                  </a:lnTo>
                  <a:lnTo>
                    <a:pt x="195313" y="59817"/>
                  </a:lnTo>
                  <a:lnTo>
                    <a:pt x="166776" y="93649"/>
                  </a:lnTo>
                  <a:lnTo>
                    <a:pt x="158559" y="121221"/>
                  </a:lnTo>
                  <a:lnTo>
                    <a:pt x="157759" y="129971"/>
                  </a:lnTo>
                  <a:lnTo>
                    <a:pt x="174904" y="169252"/>
                  </a:lnTo>
                  <a:lnTo>
                    <a:pt x="204304" y="177431"/>
                  </a:lnTo>
                  <a:lnTo>
                    <a:pt x="210896" y="177152"/>
                  </a:lnTo>
                  <a:lnTo>
                    <a:pt x="251917" y="159118"/>
                  </a:lnTo>
                  <a:lnTo>
                    <a:pt x="266217" y="140563"/>
                  </a:lnTo>
                  <a:lnTo>
                    <a:pt x="248488" y="135191"/>
                  </a:lnTo>
                  <a:lnTo>
                    <a:pt x="244005" y="143052"/>
                  </a:lnTo>
                  <a:lnTo>
                    <a:pt x="238569" y="148996"/>
                  </a:lnTo>
                  <a:lnTo>
                    <a:pt x="225767" y="157086"/>
                  </a:lnTo>
                  <a:lnTo>
                    <a:pt x="218516" y="159118"/>
                  </a:lnTo>
                  <a:lnTo>
                    <a:pt x="202260" y="159118"/>
                  </a:lnTo>
                  <a:lnTo>
                    <a:pt x="195351" y="157086"/>
                  </a:lnTo>
                  <a:lnTo>
                    <a:pt x="195516" y="157086"/>
                  </a:lnTo>
                  <a:lnTo>
                    <a:pt x="190512" y="153289"/>
                  </a:lnTo>
                  <a:lnTo>
                    <a:pt x="185445" y="149352"/>
                  </a:lnTo>
                  <a:lnTo>
                    <a:pt x="182232" y="143814"/>
                  </a:lnTo>
                  <a:lnTo>
                    <a:pt x="180860" y="136664"/>
                  </a:lnTo>
                  <a:lnTo>
                    <a:pt x="179527" y="129476"/>
                  </a:lnTo>
                  <a:lnTo>
                    <a:pt x="180174" y="121221"/>
                  </a:lnTo>
                  <a:lnTo>
                    <a:pt x="180225" y="121031"/>
                  </a:lnTo>
                  <a:lnTo>
                    <a:pt x="181584" y="116166"/>
                  </a:lnTo>
                  <a:lnTo>
                    <a:pt x="274459" y="116166"/>
                  </a:lnTo>
                  <a:lnTo>
                    <a:pt x="277126" y="106553"/>
                  </a:lnTo>
                  <a:lnTo>
                    <a:pt x="277253" y="105803"/>
                  </a:lnTo>
                  <a:lnTo>
                    <a:pt x="278650" y="97434"/>
                  </a:lnTo>
                  <a:lnTo>
                    <a:pt x="279019" y="88823"/>
                  </a:lnTo>
                  <a:close/>
                </a:path>
                <a:path w="814704" h="177800">
                  <a:moveTo>
                    <a:pt x="368947" y="50482"/>
                  </a:moveTo>
                  <a:lnTo>
                    <a:pt x="340017" y="50482"/>
                  </a:lnTo>
                  <a:lnTo>
                    <a:pt x="350151" y="9956"/>
                  </a:lnTo>
                  <a:lnTo>
                    <a:pt x="328891" y="9956"/>
                  </a:lnTo>
                  <a:lnTo>
                    <a:pt x="318757" y="50482"/>
                  </a:lnTo>
                  <a:lnTo>
                    <a:pt x="298958" y="50482"/>
                  </a:lnTo>
                  <a:lnTo>
                    <a:pt x="294843" y="66916"/>
                  </a:lnTo>
                  <a:lnTo>
                    <a:pt x="314629" y="66916"/>
                  </a:lnTo>
                  <a:lnTo>
                    <a:pt x="295363" y="143979"/>
                  </a:lnTo>
                  <a:lnTo>
                    <a:pt x="293903" y="151892"/>
                  </a:lnTo>
                  <a:lnTo>
                    <a:pt x="308864" y="177380"/>
                  </a:lnTo>
                  <a:lnTo>
                    <a:pt x="319341" y="177380"/>
                  </a:lnTo>
                  <a:lnTo>
                    <a:pt x="326250" y="177380"/>
                  </a:lnTo>
                  <a:lnTo>
                    <a:pt x="332092" y="176441"/>
                  </a:lnTo>
                  <a:lnTo>
                    <a:pt x="336842" y="174548"/>
                  </a:lnTo>
                  <a:lnTo>
                    <a:pt x="341198" y="157175"/>
                  </a:lnTo>
                  <a:lnTo>
                    <a:pt x="339115" y="157835"/>
                  </a:lnTo>
                  <a:lnTo>
                    <a:pt x="333070" y="159016"/>
                  </a:lnTo>
                  <a:lnTo>
                    <a:pt x="324040" y="159169"/>
                  </a:lnTo>
                  <a:lnTo>
                    <a:pt x="320370" y="157619"/>
                  </a:lnTo>
                  <a:lnTo>
                    <a:pt x="316204" y="151384"/>
                  </a:lnTo>
                  <a:lnTo>
                    <a:pt x="315950" y="146659"/>
                  </a:lnTo>
                  <a:lnTo>
                    <a:pt x="335902" y="66916"/>
                  </a:lnTo>
                  <a:lnTo>
                    <a:pt x="364820" y="66916"/>
                  </a:lnTo>
                  <a:lnTo>
                    <a:pt x="368947" y="50482"/>
                  </a:lnTo>
                  <a:close/>
                </a:path>
                <a:path w="814704" h="177800">
                  <a:moveTo>
                    <a:pt x="491096" y="50482"/>
                  </a:moveTo>
                  <a:lnTo>
                    <a:pt x="469887" y="50482"/>
                  </a:lnTo>
                  <a:lnTo>
                    <a:pt x="450443" y="128181"/>
                  </a:lnTo>
                  <a:lnTo>
                    <a:pt x="447128" y="135356"/>
                  </a:lnTo>
                  <a:lnTo>
                    <a:pt x="438099" y="147015"/>
                  </a:lnTo>
                  <a:lnTo>
                    <a:pt x="432917" y="151333"/>
                  </a:lnTo>
                  <a:lnTo>
                    <a:pt x="421208" y="156997"/>
                  </a:lnTo>
                  <a:lnTo>
                    <a:pt x="414921" y="158407"/>
                  </a:lnTo>
                  <a:lnTo>
                    <a:pt x="399453" y="158407"/>
                  </a:lnTo>
                  <a:lnTo>
                    <a:pt x="393052" y="155956"/>
                  </a:lnTo>
                  <a:lnTo>
                    <a:pt x="389001" y="151041"/>
                  </a:lnTo>
                  <a:lnTo>
                    <a:pt x="386638" y="146659"/>
                  </a:lnTo>
                  <a:lnTo>
                    <a:pt x="385635" y="140855"/>
                  </a:lnTo>
                  <a:lnTo>
                    <a:pt x="385965" y="133642"/>
                  </a:lnTo>
                  <a:lnTo>
                    <a:pt x="387654" y="125006"/>
                  </a:lnTo>
                  <a:lnTo>
                    <a:pt x="406260" y="50482"/>
                  </a:lnTo>
                  <a:lnTo>
                    <a:pt x="385000" y="50482"/>
                  </a:lnTo>
                  <a:lnTo>
                    <a:pt x="365671" y="127711"/>
                  </a:lnTo>
                  <a:lnTo>
                    <a:pt x="364020" y="135864"/>
                  </a:lnTo>
                  <a:lnTo>
                    <a:pt x="363296" y="143268"/>
                  </a:lnTo>
                  <a:lnTo>
                    <a:pt x="363486" y="149936"/>
                  </a:lnTo>
                  <a:lnTo>
                    <a:pt x="390207" y="177203"/>
                  </a:lnTo>
                  <a:lnTo>
                    <a:pt x="398957" y="177203"/>
                  </a:lnTo>
                  <a:lnTo>
                    <a:pt x="439445" y="159410"/>
                  </a:lnTo>
                  <a:lnTo>
                    <a:pt x="443738" y="153987"/>
                  </a:lnTo>
                  <a:lnTo>
                    <a:pt x="444258" y="153987"/>
                  </a:lnTo>
                  <a:lnTo>
                    <a:pt x="442810" y="162433"/>
                  </a:lnTo>
                  <a:lnTo>
                    <a:pt x="441617" y="174904"/>
                  </a:lnTo>
                  <a:lnTo>
                    <a:pt x="461467" y="174904"/>
                  </a:lnTo>
                  <a:lnTo>
                    <a:pt x="466242" y="149948"/>
                  </a:lnTo>
                  <a:lnTo>
                    <a:pt x="491096" y="50482"/>
                  </a:lnTo>
                  <a:close/>
                </a:path>
                <a:path w="814704" h="177800">
                  <a:moveTo>
                    <a:pt x="581507" y="49009"/>
                  </a:moveTo>
                  <a:lnTo>
                    <a:pt x="575449" y="47891"/>
                  </a:lnTo>
                  <a:lnTo>
                    <a:pt x="563130" y="47777"/>
                  </a:lnTo>
                  <a:lnTo>
                    <a:pt x="555282" y="49911"/>
                  </a:lnTo>
                  <a:lnTo>
                    <a:pt x="528434" y="72694"/>
                  </a:lnTo>
                  <a:lnTo>
                    <a:pt x="527900" y="72694"/>
                  </a:lnTo>
                  <a:lnTo>
                    <a:pt x="532269" y="50482"/>
                  </a:lnTo>
                  <a:lnTo>
                    <a:pt x="512229" y="50482"/>
                  </a:lnTo>
                  <a:lnTo>
                    <a:pt x="481126" y="174904"/>
                  </a:lnTo>
                  <a:lnTo>
                    <a:pt x="502335" y="174904"/>
                  </a:lnTo>
                  <a:lnTo>
                    <a:pt x="520890" y="100711"/>
                  </a:lnTo>
                  <a:lnTo>
                    <a:pt x="524344" y="93091"/>
                  </a:lnTo>
                  <a:lnTo>
                    <a:pt x="533692" y="80403"/>
                  </a:lnTo>
                  <a:lnTo>
                    <a:pt x="539140" y="75603"/>
                  </a:lnTo>
                  <a:lnTo>
                    <a:pt x="551586" y="69037"/>
                  </a:lnTo>
                  <a:lnTo>
                    <a:pt x="558126" y="67386"/>
                  </a:lnTo>
                  <a:lnTo>
                    <a:pt x="569556" y="67386"/>
                  </a:lnTo>
                  <a:lnTo>
                    <a:pt x="573443" y="67805"/>
                  </a:lnTo>
                  <a:lnTo>
                    <a:pt x="576618" y="68630"/>
                  </a:lnTo>
                  <a:lnTo>
                    <a:pt x="581507" y="49009"/>
                  </a:lnTo>
                  <a:close/>
                </a:path>
                <a:path w="814704" h="177800">
                  <a:moveTo>
                    <a:pt x="699871" y="80975"/>
                  </a:moveTo>
                  <a:lnTo>
                    <a:pt x="673112" y="48234"/>
                  </a:lnTo>
                  <a:lnTo>
                    <a:pt x="663930" y="47536"/>
                  </a:lnTo>
                  <a:lnTo>
                    <a:pt x="657466" y="47929"/>
                  </a:lnTo>
                  <a:lnTo>
                    <a:pt x="622236" y="66103"/>
                  </a:lnTo>
                  <a:lnTo>
                    <a:pt x="617626" y="71399"/>
                  </a:lnTo>
                  <a:lnTo>
                    <a:pt x="617105" y="71399"/>
                  </a:lnTo>
                  <a:lnTo>
                    <a:pt x="621169" y="50482"/>
                  </a:lnTo>
                  <a:lnTo>
                    <a:pt x="601129" y="50482"/>
                  </a:lnTo>
                  <a:lnTo>
                    <a:pt x="570026" y="174904"/>
                  </a:lnTo>
                  <a:lnTo>
                    <a:pt x="591235" y="174904"/>
                  </a:lnTo>
                  <a:lnTo>
                    <a:pt x="610362" y="98323"/>
                  </a:lnTo>
                  <a:lnTo>
                    <a:pt x="613892" y="90932"/>
                  </a:lnTo>
                  <a:lnTo>
                    <a:pt x="623760" y="78600"/>
                  </a:lnTo>
                  <a:lnTo>
                    <a:pt x="629348" y="73990"/>
                  </a:lnTo>
                  <a:lnTo>
                    <a:pt x="641845" y="67856"/>
                  </a:lnTo>
                  <a:lnTo>
                    <a:pt x="648169" y="66332"/>
                  </a:lnTo>
                  <a:lnTo>
                    <a:pt x="662889" y="66332"/>
                  </a:lnTo>
                  <a:lnTo>
                    <a:pt x="669074" y="68770"/>
                  </a:lnTo>
                  <a:lnTo>
                    <a:pt x="677202" y="78498"/>
                  </a:lnTo>
                  <a:lnTo>
                    <a:pt x="678053" y="85712"/>
                  </a:lnTo>
                  <a:lnTo>
                    <a:pt x="655739" y="174904"/>
                  </a:lnTo>
                  <a:lnTo>
                    <a:pt x="677189" y="174904"/>
                  </a:lnTo>
                  <a:lnTo>
                    <a:pt x="698220" y="90779"/>
                  </a:lnTo>
                  <a:lnTo>
                    <a:pt x="699871" y="80975"/>
                  </a:lnTo>
                  <a:close/>
                </a:path>
                <a:path w="814704" h="177800">
                  <a:moveTo>
                    <a:pt x="814260" y="73533"/>
                  </a:moveTo>
                  <a:lnTo>
                    <a:pt x="782408" y="47536"/>
                  </a:lnTo>
                  <a:lnTo>
                    <a:pt x="774319" y="47536"/>
                  </a:lnTo>
                  <a:lnTo>
                    <a:pt x="732904" y="59931"/>
                  </a:lnTo>
                  <a:lnTo>
                    <a:pt x="714921" y="92659"/>
                  </a:lnTo>
                  <a:lnTo>
                    <a:pt x="715835" y="99949"/>
                  </a:lnTo>
                  <a:lnTo>
                    <a:pt x="766165" y="123596"/>
                  </a:lnTo>
                  <a:lnTo>
                    <a:pt x="770394" y="125006"/>
                  </a:lnTo>
                  <a:lnTo>
                    <a:pt x="776363" y="127838"/>
                  </a:lnTo>
                  <a:lnTo>
                    <a:pt x="778408" y="129692"/>
                  </a:lnTo>
                  <a:lnTo>
                    <a:pt x="780605" y="134289"/>
                  </a:lnTo>
                  <a:lnTo>
                    <a:pt x="780719" y="137198"/>
                  </a:lnTo>
                  <a:lnTo>
                    <a:pt x="778954" y="144310"/>
                  </a:lnTo>
                  <a:lnTo>
                    <a:pt x="754964" y="159118"/>
                  </a:lnTo>
                  <a:lnTo>
                    <a:pt x="740511" y="159118"/>
                  </a:lnTo>
                  <a:lnTo>
                    <a:pt x="733793" y="157149"/>
                  </a:lnTo>
                  <a:lnTo>
                    <a:pt x="724128" y="149301"/>
                  </a:lnTo>
                  <a:lnTo>
                    <a:pt x="721868" y="143776"/>
                  </a:lnTo>
                  <a:lnTo>
                    <a:pt x="722185" y="136664"/>
                  </a:lnTo>
                  <a:lnTo>
                    <a:pt x="700328" y="141262"/>
                  </a:lnTo>
                  <a:lnTo>
                    <a:pt x="725385" y="174726"/>
                  </a:lnTo>
                  <a:lnTo>
                    <a:pt x="743508" y="177025"/>
                  </a:lnTo>
                  <a:lnTo>
                    <a:pt x="750874" y="176720"/>
                  </a:lnTo>
                  <a:lnTo>
                    <a:pt x="796671" y="153073"/>
                  </a:lnTo>
                  <a:lnTo>
                    <a:pt x="803719" y="132740"/>
                  </a:lnTo>
                  <a:lnTo>
                    <a:pt x="803617" y="127317"/>
                  </a:lnTo>
                  <a:lnTo>
                    <a:pt x="751014" y="99847"/>
                  </a:lnTo>
                  <a:lnTo>
                    <a:pt x="746709" y="98196"/>
                  </a:lnTo>
                  <a:lnTo>
                    <a:pt x="741172" y="94665"/>
                  </a:lnTo>
                  <a:lnTo>
                    <a:pt x="739470" y="92786"/>
                  </a:lnTo>
                  <a:lnTo>
                    <a:pt x="738124" y="88734"/>
                  </a:lnTo>
                  <a:lnTo>
                    <a:pt x="738187" y="86169"/>
                  </a:lnTo>
                  <a:lnTo>
                    <a:pt x="764286" y="65570"/>
                  </a:lnTo>
                  <a:lnTo>
                    <a:pt x="777087" y="65570"/>
                  </a:lnTo>
                  <a:lnTo>
                    <a:pt x="783132" y="67373"/>
                  </a:lnTo>
                  <a:lnTo>
                    <a:pt x="791349" y="74599"/>
                  </a:lnTo>
                  <a:lnTo>
                    <a:pt x="793369" y="79387"/>
                  </a:lnTo>
                  <a:lnTo>
                    <a:pt x="793292" y="85356"/>
                  </a:lnTo>
                  <a:lnTo>
                    <a:pt x="813904" y="80403"/>
                  </a:lnTo>
                  <a:lnTo>
                    <a:pt x="814260" y="73533"/>
                  </a:lnTo>
                  <a:close/>
                </a:path>
              </a:pathLst>
            </a:custGeom>
            <a:solidFill>
              <a:srgbClr val="0A3C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88772" y="8574096"/>
              <a:ext cx="493269" cy="18227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96134" y="8574155"/>
              <a:ext cx="3028954" cy="42355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337469" y="8660755"/>
              <a:ext cx="242570" cy="17780"/>
            </a:xfrm>
            <a:custGeom>
              <a:avLst/>
              <a:gdLst/>
              <a:ahLst/>
              <a:cxnLst/>
              <a:rect l="l" t="t" r="r" b="b"/>
              <a:pathLst>
                <a:path w="242570" h="17779">
                  <a:moveTo>
                    <a:pt x="237942" y="17496"/>
                  </a:moveTo>
                  <a:lnTo>
                    <a:pt x="0" y="17496"/>
                  </a:lnTo>
                  <a:lnTo>
                    <a:pt x="4359" y="0"/>
                  </a:lnTo>
                  <a:lnTo>
                    <a:pt x="242301" y="0"/>
                  </a:lnTo>
                  <a:lnTo>
                    <a:pt x="237942" y="17496"/>
                  </a:lnTo>
                  <a:close/>
                </a:path>
              </a:pathLst>
            </a:custGeom>
            <a:solidFill>
              <a:srgbClr val="0A3C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17988" y="8626056"/>
              <a:ext cx="121253" cy="13013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58361" y="8626056"/>
              <a:ext cx="462666" cy="17867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68221" y="8572447"/>
              <a:ext cx="397402" cy="21449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748288" y="8574155"/>
              <a:ext cx="1427044" cy="23057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83100" y="5156200"/>
              <a:ext cx="6515100" cy="17780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73600" y="5321300"/>
              <a:ext cx="6146800" cy="139700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041900" y="1737823"/>
            <a:ext cx="1498600" cy="73660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SELECT</a:t>
            </a:r>
            <a:r>
              <a:rPr sz="1900" spc="-34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50" dirty="0">
                <a:solidFill>
                  <a:srgbClr val="D6ECE9"/>
                </a:solidFill>
                <a:latin typeface="Lucida Sans Unicode"/>
                <a:cs typeface="Lucida Sans Unicode"/>
              </a:rPr>
              <a:t>*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900" spc="-65" dirty="0">
                <a:solidFill>
                  <a:srgbClr val="D6ECE9"/>
                </a:solidFill>
                <a:latin typeface="Lucida Sans Unicode"/>
                <a:cs typeface="Lucida Sans Unicode"/>
              </a:rPr>
              <a:t>FROM</a:t>
            </a:r>
            <a:r>
              <a:rPr sz="1900" spc="-22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35" dirty="0">
                <a:solidFill>
                  <a:srgbClr val="D6ECE9"/>
                </a:solidFill>
                <a:latin typeface="Lucida Sans Unicode"/>
                <a:cs typeface="Lucida Sans Unicode"/>
              </a:rPr>
              <a:t>movies;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spc="-434" dirty="0"/>
              <a:t>3</a:t>
            </a:fld>
            <a:endParaRPr spc="-434" dirty="0"/>
          </a:p>
        </p:txBody>
      </p:sp>
      <p:sp>
        <p:nvSpPr>
          <p:cNvPr id="25" name="object 25"/>
          <p:cNvSpPr txBox="1"/>
          <p:nvPr/>
        </p:nvSpPr>
        <p:spPr>
          <a:xfrm>
            <a:off x="11137900" y="1527651"/>
            <a:ext cx="1879600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40" dirty="0">
                <a:solidFill>
                  <a:srgbClr val="C26F3C"/>
                </a:solidFill>
                <a:latin typeface="Arial"/>
                <a:cs typeface="Arial"/>
              </a:rPr>
              <a:t>H</a:t>
            </a:r>
            <a:r>
              <a:rPr sz="1550" b="1" spc="-13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45" dirty="0">
                <a:solidFill>
                  <a:srgbClr val="C26F3C"/>
                </a:solidFill>
                <a:latin typeface="Arial"/>
                <a:cs typeface="Arial"/>
              </a:rPr>
              <a:t>O</a:t>
            </a:r>
            <a:r>
              <a:rPr sz="1550" b="1" spc="-204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290" dirty="0">
                <a:solidFill>
                  <a:srgbClr val="C26F3C"/>
                </a:solidFill>
                <a:latin typeface="Arial"/>
                <a:cs typeface="Arial"/>
              </a:rPr>
              <a:t>W</a:t>
            </a:r>
            <a:r>
              <a:rPr sz="1550" b="1" spc="31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90" dirty="0">
                <a:solidFill>
                  <a:srgbClr val="C26F3C"/>
                </a:solidFill>
                <a:latin typeface="Arial"/>
                <a:cs typeface="Arial"/>
              </a:rPr>
              <a:t>I</a:t>
            </a:r>
            <a:r>
              <a:rPr sz="1550" b="1" spc="-17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55" dirty="0">
                <a:solidFill>
                  <a:srgbClr val="C26F3C"/>
                </a:solidFill>
                <a:latin typeface="Arial"/>
                <a:cs typeface="Arial"/>
              </a:rPr>
              <a:t>T</a:t>
            </a:r>
            <a:r>
              <a:rPr sz="1550" b="1" spc="47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145" dirty="0">
                <a:solidFill>
                  <a:srgbClr val="C26F3C"/>
                </a:solidFill>
                <a:latin typeface="Arial"/>
                <a:cs typeface="Arial"/>
              </a:rPr>
              <a:t>WO</a:t>
            </a:r>
            <a:r>
              <a:rPr sz="1550" b="1" spc="-21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35" dirty="0">
                <a:solidFill>
                  <a:srgbClr val="C26F3C"/>
                </a:solidFill>
                <a:latin typeface="Arial"/>
                <a:cs typeface="Arial"/>
              </a:rPr>
              <a:t>KS</a:t>
            </a:r>
            <a:endParaRPr sz="15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137900" y="1890814"/>
            <a:ext cx="4705985" cy="1851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54000" marR="5080" indent="-241300">
              <a:lnSpc>
                <a:spcPts val="2000"/>
              </a:lnSpc>
              <a:spcBef>
                <a:spcPts val="310"/>
              </a:spcBef>
              <a:buChar char="•"/>
              <a:tabLst>
                <a:tab pos="254000" algn="l"/>
              </a:tabLst>
            </a:pPr>
            <a:r>
              <a:rPr sz="1800" spc="-30" dirty="0">
                <a:solidFill>
                  <a:srgbClr val="202F2E"/>
                </a:solidFill>
                <a:latin typeface="Lucida Sans Unicode"/>
                <a:cs typeface="Lucida Sans Unicode"/>
              </a:rPr>
              <a:t>SELECT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*</a:t>
            </a:r>
            <a:r>
              <a:rPr sz="1800" spc="-24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20" dirty="0">
                <a:solidFill>
                  <a:srgbClr val="202F2E"/>
                </a:solidFill>
                <a:latin typeface="Lucida Sans Unicode"/>
                <a:cs typeface="Lucida Sans Unicode"/>
              </a:rPr>
              <a:t>choose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70" dirty="0">
                <a:solidFill>
                  <a:srgbClr val="202F2E"/>
                </a:solidFill>
                <a:latin typeface="Lucida Sans Unicode"/>
                <a:cs typeface="Lucida Sans Unicode"/>
              </a:rPr>
              <a:t>every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65" dirty="0">
                <a:solidFill>
                  <a:srgbClr val="202F2E"/>
                </a:solidFill>
                <a:latin typeface="Lucida Sans Unicode"/>
                <a:cs typeface="Lucida Sans Unicode"/>
              </a:rPr>
              <a:t>column</a:t>
            </a:r>
            <a:r>
              <a:rPr sz="1800" spc="-6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15" dirty="0">
                <a:solidFill>
                  <a:srgbClr val="202F2E"/>
                </a:solidFill>
                <a:latin typeface="Lucida Sans Unicode"/>
                <a:cs typeface="Lucida Sans Unicode"/>
              </a:rPr>
              <a:t>in</a:t>
            </a:r>
            <a:r>
              <a:rPr sz="1800" spc="-16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the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14" dirty="0">
                <a:solidFill>
                  <a:srgbClr val="202F2E"/>
                </a:solidFill>
                <a:latin typeface="Lucida Sans Unicode"/>
                <a:cs typeface="Lucida Sans Unicode"/>
              </a:rPr>
              <a:t>table, </a:t>
            </a:r>
            <a:r>
              <a:rPr sz="1800" spc="-170" dirty="0">
                <a:solidFill>
                  <a:srgbClr val="202F2E"/>
                </a:solidFill>
                <a:latin typeface="Lucida Sans Unicode"/>
                <a:cs typeface="Lucida Sans Unicode"/>
              </a:rPr>
              <a:t>no</a:t>
            </a:r>
            <a:r>
              <a:rPr sz="1800" spc="-16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60" dirty="0">
                <a:solidFill>
                  <a:srgbClr val="202F2E"/>
                </a:solidFill>
                <a:latin typeface="Lucida Sans Unicode"/>
                <a:cs typeface="Lucida Sans Unicode"/>
              </a:rPr>
              <a:t>exceptions.</a:t>
            </a:r>
            <a:endParaRPr sz="1800">
              <a:latin typeface="Lucida Sans Unicode"/>
              <a:cs typeface="Lucida Sans Unicode"/>
            </a:endParaRPr>
          </a:p>
          <a:p>
            <a:pPr marL="254000" marR="183515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spc="-60" dirty="0">
                <a:solidFill>
                  <a:srgbClr val="202F2E"/>
                </a:solidFill>
                <a:latin typeface="Lucida Sans Unicode"/>
                <a:cs typeface="Lucida Sans Unicode"/>
              </a:rPr>
              <a:t>FROM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movies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70" dirty="0">
                <a:solidFill>
                  <a:srgbClr val="202F2E"/>
                </a:solidFill>
                <a:latin typeface="Lucida Sans Unicode"/>
                <a:cs typeface="Lucida Sans Unicode"/>
              </a:rPr>
              <a:t>pulls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rows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from</a:t>
            </a:r>
            <a:r>
              <a:rPr sz="1800" spc="-23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the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75" dirty="0">
                <a:solidFill>
                  <a:srgbClr val="202F2E"/>
                </a:solidFill>
                <a:latin typeface="Lucida Sans Unicode"/>
                <a:cs typeface="Lucida Sans Unicode"/>
              </a:rPr>
              <a:t>movies </a:t>
            </a:r>
            <a:r>
              <a:rPr sz="1800" spc="-10" dirty="0">
                <a:solidFill>
                  <a:srgbClr val="202F2E"/>
                </a:solidFill>
                <a:latin typeface="Lucida Sans Unicode"/>
                <a:cs typeface="Lucida Sans Unicode"/>
              </a:rPr>
              <a:t>table.</a:t>
            </a:r>
            <a:endParaRPr sz="1800">
              <a:latin typeface="Lucida Sans Unicode"/>
              <a:cs typeface="Lucida Sans Unicode"/>
            </a:endParaRPr>
          </a:p>
          <a:p>
            <a:pPr marL="254000" marR="323215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No</a:t>
            </a:r>
            <a:r>
              <a:rPr sz="1800" spc="-23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WHERE</a:t>
            </a:r>
            <a:r>
              <a:rPr sz="1800" spc="-229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0" dirty="0">
                <a:solidFill>
                  <a:srgbClr val="202F2E"/>
                </a:solidFill>
                <a:latin typeface="Lucida Sans Unicode"/>
                <a:cs typeface="Lucida Sans Unicode"/>
              </a:rPr>
              <a:t>clause</a:t>
            </a:r>
            <a:r>
              <a:rPr sz="1800" spc="-17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2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25" dirty="0">
                <a:solidFill>
                  <a:srgbClr val="202F2E"/>
                </a:solidFill>
                <a:latin typeface="Lucida Sans Unicode"/>
                <a:cs typeface="Lucida Sans Unicode"/>
              </a:rPr>
              <a:t>so</a:t>
            </a:r>
            <a:r>
              <a:rPr sz="1800" spc="-23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70" dirty="0">
                <a:solidFill>
                  <a:srgbClr val="202F2E"/>
                </a:solidFill>
                <a:latin typeface="Lucida Sans Unicode"/>
                <a:cs typeface="Lucida Sans Unicode"/>
              </a:rPr>
              <a:t>every</a:t>
            </a:r>
            <a:r>
              <a:rPr sz="1800" spc="-17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single</a:t>
            </a:r>
            <a:r>
              <a:rPr sz="1800" spc="-17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02F2E"/>
                </a:solidFill>
                <a:latin typeface="Lucida Sans Unicode"/>
                <a:cs typeface="Lucida Sans Unicode"/>
              </a:rPr>
              <a:t>rowis </a:t>
            </a:r>
            <a:r>
              <a:rPr sz="1800" spc="-150" dirty="0">
                <a:solidFill>
                  <a:srgbClr val="202F2E"/>
                </a:solidFill>
                <a:latin typeface="Lucida Sans Unicode"/>
                <a:cs typeface="Lucida Sans Unicode"/>
              </a:rPr>
              <a:t>returned,</a:t>
            </a:r>
            <a:r>
              <a:rPr sz="1800" spc="-1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65" dirty="0">
                <a:solidFill>
                  <a:srgbClr val="202F2E"/>
                </a:solidFill>
                <a:latin typeface="Lucida Sans Unicode"/>
                <a:cs typeface="Lucida Sans Unicode"/>
              </a:rPr>
              <a:t>unfiltered.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73600" y="4867751"/>
            <a:ext cx="3284220" cy="139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110" dirty="0">
                <a:solidFill>
                  <a:srgbClr val="C26F3C"/>
                </a:solidFill>
                <a:latin typeface="Arial"/>
                <a:cs typeface="Arial"/>
              </a:rPr>
              <a:t>E</a:t>
            </a:r>
            <a:r>
              <a:rPr sz="1550" b="1" spc="-16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C26F3C"/>
                </a:solidFill>
                <a:latin typeface="Arial"/>
                <a:cs typeface="Arial"/>
              </a:rPr>
              <a:t>S</a:t>
            </a:r>
            <a:r>
              <a:rPr sz="1550" b="1" spc="-22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30" dirty="0">
                <a:solidFill>
                  <a:srgbClr val="C26F3C"/>
                </a:solidFill>
                <a:latin typeface="Arial"/>
                <a:cs typeface="Arial"/>
              </a:rPr>
              <a:t>U</a:t>
            </a:r>
            <a:r>
              <a:rPr sz="1550" b="1" spc="-14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70" dirty="0">
                <a:solidFill>
                  <a:srgbClr val="C26F3C"/>
                </a:solidFill>
                <a:latin typeface="Arial"/>
                <a:cs typeface="Arial"/>
              </a:rPr>
              <a:t>LT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4"/>
              </a:spcBef>
            </a:pPr>
            <a:endParaRPr sz="150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</a:pPr>
            <a:r>
              <a:rPr sz="2400" b="1" spc="-80" dirty="0">
                <a:solidFill>
                  <a:srgbClr val="0A3C41"/>
                </a:solidFill>
                <a:latin typeface="Tahoma"/>
                <a:cs typeface="Tahoma"/>
              </a:rPr>
              <a:t>47</a:t>
            </a:r>
            <a:r>
              <a:rPr sz="2400" b="1" spc="-305" dirty="0">
                <a:solidFill>
                  <a:srgbClr val="0A3C41"/>
                </a:solidFill>
                <a:latin typeface="Tahoma"/>
                <a:cs typeface="Tahoma"/>
              </a:rPr>
              <a:t> </a:t>
            </a:r>
            <a:r>
              <a:rPr sz="2450" b="1" spc="-135" dirty="0">
                <a:solidFill>
                  <a:srgbClr val="0A3C41"/>
                </a:solidFill>
                <a:latin typeface="Arial"/>
                <a:cs typeface="Arial"/>
              </a:rPr>
              <a:t>rows</a:t>
            </a:r>
            <a:r>
              <a:rPr sz="2450" b="1" spc="-215" dirty="0">
                <a:solidFill>
                  <a:srgbClr val="0A3C41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0A3C41"/>
                </a:solidFill>
                <a:latin typeface="Sitka Heading"/>
                <a:cs typeface="Sitka Heading"/>
              </a:rPr>
              <a:t>× </a:t>
            </a:r>
            <a:r>
              <a:rPr sz="2400" b="1" spc="-370" dirty="0">
                <a:solidFill>
                  <a:srgbClr val="0A3C41"/>
                </a:solidFill>
                <a:latin typeface="Tahoma"/>
                <a:cs typeface="Tahoma"/>
              </a:rPr>
              <a:t>13</a:t>
            </a:r>
            <a:r>
              <a:rPr sz="2400" b="1" spc="-220" dirty="0">
                <a:solidFill>
                  <a:srgbClr val="0A3C41"/>
                </a:solidFill>
                <a:latin typeface="Tahoma"/>
                <a:cs typeface="Tahoma"/>
              </a:rPr>
              <a:t> </a:t>
            </a:r>
            <a:r>
              <a:rPr sz="2400" b="1" spc="-150" dirty="0">
                <a:solidFill>
                  <a:srgbClr val="0A3C41"/>
                </a:solidFill>
                <a:latin typeface="Verdana"/>
                <a:cs typeface="Verdana"/>
              </a:rPr>
              <a:t>c</a:t>
            </a:r>
            <a:r>
              <a:rPr sz="2450" b="1" spc="-150" dirty="0">
                <a:solidFill>
                  <a:srgbClr val="0A3C41"/>
                </a:solidFill>
                <a:latin typeface="Arial"/>
                <a:cs typeface="Arial"/>
              </a:rPr>
              <a:t>olumns</a:t>
            </a:r>
            <a:endParaRPr sz="24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660"/>
              </a:spcBef>
            </a:pPr>
            <a:r>
              <a:rPr sz="1650" spc="-100" dirty="0">
                <a:solidFill>
                  <a:srgbClr val="5C726F"/>
                </a:solidFill>
                <a:latin typeface="Lucida Sans Unicode"/>
                <a:cs typeface="Lucida Sans Unicode"/>
              </a:rPr>
              <a:t>the</a:t>
            </a:r>
            <a:r>
              <a:rPr sz="1650" spc="-18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10" dirty="0">
                <a:solidFill>
                  <a:srgbClr val="5C726F"/>
                </a:solidFill>
                <a:latin typeface="Lucida Sans Unicode"/>
                <a:cs typeface="Lucida Sans Unicode"/>
              </a:rPr>
              <a:t>complete</a:t>
            </a:r>
            <a:r>
              <a:rPr sz="1650" spc="-18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05" dirty="0">
                <a:solidFill>
                  <a:srgbClr val="5C726F"/>
                </a:solidFill>
                <a:latin typeface="Lucida Sans Unicode"/>
                <a:cs typeface="Lucida Sans Unicode"/>
              </a:rPr>
              <a:t>movies</a:t>
            </a:r>
            <a:r>
              <a:rPr sz="1650" spc="-18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20" dirty="0">
                <a:solidFill>
                  <a:srgbClr val="5C726F"/>
                </a:solidFill>
                <a:latin typeface="Lucida Sans Unicode"/>
                <a:cs typeface="Lucida Sans Unicode"/>
              </a:rPr>
              <a:t>table</a:t>
            </a:r>
            <a:endParaRPr sz="1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9" y="731531"/>
            <a:ext cx="756285" cy="756285"/>
          </a:xfrm>
          <a:prstGeom prst="rect">
            <a:avLst/>
          </a:prstGeom>
          <a:solidFill>
            <a:srgbClr val="C26F3C"/>
          </a:solidFill>
        </p:spPr>
        <p:txBody>
          <a:bodyPr vert="horz" wrap="square" lIns="0" tIns="100330" rIns="0" bIns="0" rtlCol="0">
            <a:spAutoFit/>
          </a:bodyPr>
          <a:lstStyle/>
          <a:p>
            <a:pPr marL="253365">
              <a:lnSpc>
                <a:spcPct val="100000"/>
              </a:lnSpc>
              <a:spcBef>
                <a:spcPts val="790"/>
              </a:spcBef>
            </a:pPr>
            <a:r>
              <a:rPr sz="3350" b="1" spc="-50" dirty="0">
                <a:solidFill>
                  <a:srgbClr val="072529"/>
                </a:solidFill>
                <a:latin typeface="Arial"/>
                <a:cs typeface="Arial"/>
              </a:rPr>
              <a:t>B</a:t>
            </a:r>
            <a:endParaRPr sz="33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6900" y="1970430"/>
            <a:ext cx="212217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DFA06A"/>
                </a:solidFill>
                <a:latin typeface="Arial"/>
                <a:cs typeface="Arial"/>
              </a:rPr>
              <a:t>BASI</a:t>
            </a:r>
            <a:r>
              <a:rPr sz="1650" b="1" spc="-10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DFA06A"/>
                </a:solidFill>
                <a:latin typeface="Arial"/>
                <a:cs typeface="Arial"/>
              </a:rPr>
              <a:t>C</a:t>
            </a:r>
            <a:r>
              <a:rPr sz="1650" b="1" spc="20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55" dirty="0">
                <a:solidFill>
                  <a:srgbClr val="DFA06A"/>
                </a:solidFill>
                <a:latin typeface="Arial"/>
                <a:cs typeface="Arial"/>
              </a:rPr>
              <a:t>RETRI</a:t>
            </a:r>
            <a:r>
              <a:rPr sz="1650" b="1" spc="-204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110" dirty="0">
                <a:solidFill>
                  <a:srgbClr val="DFA06A"/>
                </a:solidFill>
                <a:latin typeface="Arial"/>
                <a:cs typeface="Arial"/>
              </a:rPr>
              <a:t>E</a:t>
            </a:r>
            <a:r>
              <a:rPr sz="1650" b="1" spc="-23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75" dirty="0">
                <a:solidFill>
                  <a:srgbClr val="DFA06A"/>
                </a:solidFill>
                <a:latin typeface="Arial"/>
                <a:cs typeface="Arial"/>
              </a:rPr>
              <a:t>VAL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900" y="2418974"/>
            <a:ext cx="2820035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10"/>
              </a:lnSpc>
              <a:spcBef>
                <a:spcPts val="100"/>
              </a:spcBef>
            </a:pPr>
            <a:r>
              <a:rPr sz="3250" b="1" spc="-215" dirty="0">
                <a:solidFill>
                  <a:srgbClr val="FAFAF6"/>
                </a:solidFill>
                <a:latin typeface="Arial"/>
                <a:cs typeface="Arial"/>
              </a:rPr>
              <a:t>Ge</a:t>
            </a:r>
            <a:r>
              <a:rPr sz="3350" b="1" spc="-215" dirty="0">
                <a:solidFill>
                  <a:srgbClr val="FAFAF6"/>
                </a:solidFill>
                <a:latin typeface="Tahoma"/>
                <a:cs typeface="Tahoma"/>
              </a:rPr>
              <a:t>t</a:t>
            </a:r>
            <a:r>
              <a:rPr sz="3350" b="1" spc="-434" dirty="0">
                <a:solidFill>
                  <a:srgbClr val="FAFAF6"/>
                </a:solidFill>
                <a:latin typeface="Tahoma"/>
                <a:cs typeface="Tahoma"/>
              </a:rPr>
              <a:t> </a:t>
            </a:r>
            <a:r>
              <a:rPr sz="3250" b="1" spc="-270" dirty="0">
                <a:solidFill>
                  <a:srgbClr val="FAFAF6"/>
                </a:solidFill>
                <a:latin typeface="Arial"/>
                <a:cs typeface="Arial"/>
              </a:rPr>
              <a:t>A</a:t>
            </a:r>
            <a:r>
              <a:rPr sz="3350" b="1" spc="-270" dirty="0">
                <a:solidFill>
                  <a:srgbClr val="FAFAF6"/>
                </a:solidFill>
                <a:latin typeface="Tahoma"/>
                <a:cs typeface="Tahoma"/>
              </a:rPr>
              <a:t>ll</a:t>
            </a:r>
            <a:r>
              <a:rPr sz="3350" b="1" spc="-155" dirty="0">
                <a:solidFill>
                  <a:srgbClr val="FAFAF6"/>
                </a:solidFill>
                <a:latin typeface="Tahoma"/>
                <a:cs typeface="Tahoma"/>
              </a:rPr>
              <a:t> </a:t>
            </a:r>
            <a:r>
              <a:rPr sz="3250" b="1" spc="-175" dirty="0">
                <a:solidFill>
                  <a:srgbClr val="FAFAF6"/>
                </a:solidFill>
                <a:latin typeface="Arial"/>
                <a:cs typeface="Arial"/>
              </a:rPr>
              <a:t>D</a:t>
            </a:r>
            <a:r>
              <a:rPr sz="3350" b="1" spc="-175" dirty="0">
                <a:solidFill>
                  <a:srgbClr val="FAFAF6"/>
                </a:solidFill>
                <a:latin typeface="Tahoma"/>
                <a:cs typeface="Tahoma"/>
              </a:rPr>
              <a:t>ir</a:t>
            </a:r>
            <a:r>
              <a:rPr sz="3250" b="1" spc="-175" dirty="0">
                <a:solidFill>
                  <a:srgbClr val="FAFAF6"/>
                </a:solidFill>
                <a:latin typeface="Arial"/>
                <a:cs typeface="Arial"/>
              </a:rPr>
              <a:t>ec</a:t>
            </a:r>
            <a:r>
              <a:rPr sz="3350" b="1" spc="-175" dirty="0">
                <a:solidFill>
                  <a:srgbClr val="FAFAF6"/>
                </a:solidFill>
                <a:latin typeface="Tahoma"/>
                <a:cs typeface="Tahoma"/>
              </a:rPr>
              <a:t>tor</a:t>
            </a:r>
            <a:endParaRPr sz="3350">
              <a:latin typeface="Tahoma"/>
              <a:cs typeface="Tahoma"/>
            </a:endParaRPr>
          </a:p>
          <a:p>
            <a:pPr marL="12700">
              <a:lnSpc>
                <a:spcPts val="3810"/>
              </a:lnSpc>
            </a:pPr>
            <a:r>
              <a:rPr sz="3250" b="1" spc="-20" dirty="0">
                <a:solidFill>
                  <a:srgbClr val="FAFAF6"/>
                </a:solidFill>
                <a:latin typeface="Arial"/>
                <a:cs typeface="Arial"/>
              </a:rPr>
              <a:t>Da</a:t>
            </a:r>
            <a:r>
              <a:rPr sz="3350" b="1" spc="-20" dirty="0">
                <a:solidFill>
                  <a:srgbClr val="FAFAF6"/>
                </a:solidFill>
                <a:latin typeface="Tahoma"/>
                <a:cs typeface="Tahoma"/>
              </a:rPr>
              <a:t>t</a:t>
            </a:r>
            <a:r>
              <a:rPr sz="3250" b="1" spc="-20" dirty="0">
                <a:solidFill>
                  <a:srgbClr val="FAFAF6"/>
                </a:solidFill>
                <a:latin typeface="Arial"/>
                <a:cs typeface="Arial"/>
              </a:rPr>
              <a:t>a</a:t>
            </a:r>
            <a:endParaRPr sz="32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1027" y="1068396"/>
            <a:ext cx="4293456" cy="23063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483100" y="1346200"/>
            <a:ext cx="6515100" cy="2260600"/>
            <a:chOff x="4483100" y="1346200"/>
            <a:chExt cx="6515100" cy="22606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3100" y="1346200"/>
              <a:ext cx="6515100" cy="2260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73600" y="1498600"/>
              <a:ext cx="6146800" cy="187960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599025" y="5156200"/>
            <a:ext cx="15653385" cy="3988435"/>
            <a:chOff x="599025" y="5156200"/>
            <a:chExt cx="15653385" cy="3988435"/>
          </a:xfrm>
        </p:grpSpPr>
        <p:sp>
          <p:nvSpPr>
            <p:cNvPr id="10" name="object 10"/>
            <p:cNvSpPr/>
            <p:nvPr/>
          </p:nvSpPr>
          <p:spPr>
            <a:xfrm>
              <a:off x="609609" y="7498194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59" y="3989"/>
                  </a:lnTo>
                  <a:lnTo>
                    <a:pt x="208459" y="15538"/>
                  </a:lnTo>
                  <a:lnTo>
                    <a:pt x="164726" y="34021"/>
                  </a:lnTo>
                  <a:lnTo>
                    <a:pt x="124789" y="58808"/>
                  </a:lnTo>
                  <a:lnTo>
                    <a:pt x="89273" y="89273"/>
                  </a:lnTo>
                  <a:lnTo>
                    <a:pt x="58808" y="124789"/>
                  </a:lnTo>
                  <a:lnTo>
                    <a:pt x="34021" y="164726"/>
                  </a:lnTo>
                  <a:lnTo>
                    <a:pt x="15538" y="208459"/>
                  </a:lnTo>
                  <a:lnTo>
                    <a:pt x="3989" y="255359"/>
                  </a:lnTo>
                  <a:lnTo>
                    <a:pt x="0" y="304800"/>
                  </a:lnTo>
                  <a:lnTo>
                    <a:pt x="3989" y="354240"/>
                  </a:lnTo>
                  <a:lnTo>
                    <a:pt x="15538" y="401140"/>
                  </a:lnTo>
                  <a:lnTo>
                    <a:pt x="34021" y="444873"/>
                  </a:lnTo>
                  <a:lnTo>
                    <a:pt x="58808" y="484810"/>
                  </a:lnTo>
                  <a:lnTo>
                    <a:pt x="89273" y="520326"/>
                  </a:lnTo>
                  <a:lnTo>
                    <a:pt x="124789" y="550791"/>
                  </a:lnTo>
                  <a:lnTo>
                    <a:pt x="164726" y="575578"/>
                  </a:lnTo>
                  <a:lnTo>
                    <a:pt x="208459" y="594061"/>
                  </a:lnTo>
                  <a:lnTo>
                    <a:pt x="255359" y="605610"/>
                  </a:lnTo>
                  <a:lnTo>
                    <a:pt x="304800" y="609600"/>
                  </a:lnTo>
                  <a:lnTo>
                    <a:pt x="354240" y="605610"/>
                  </a:lnTo>
                  <a:lnTo>
                    <a:pt x="401140" y="594061"/>
                  </a:lnTo>
                  <a:lnTo>
                    <a:pt x="444873" y="575578"/>
                  </a:lnTo>
                  <a:lnTo>
                    <a:pt x="484810" y="550791"/>
                  </a:lnTo>
                  <a:lnTo>
                    <a:pt x="520326" y="520326"/>
                  </a:lnTo>
                  <a:lnTo>
                    <a:pt x="550791" y="484810"/>
                  </a:lnTo>
                  <a:lnTo>
                    <a:pt x="575578" y="444873"/>
                  </a:lnTo>
                  <a:lnTo>
                    <a:pt x="594061" y="401140"/>
                  </a:lnTo>
                  <a:lnTo>
                    <a:pt x="605610" y="354240"/>
                  </a:lnTo>
                  <a:lnTo>
                    <a:pt x="609600" y="304800"/>
                  </a:lnTo>
                  <a:lnTo>
                    <a:pt x="605610" y="255359"/>
                  </a:lnTo>
                  <a:lnTo>
                    <a:pt x="594061" y="208459"/>
                  </a:lnTo>
                  <a:lnTo>
                    <a:pt x="575578" y="164726"/>
                  </a:lnTo>
                  <a:lnTo>
                    <a:pt x="550791" y="124789"/>
                  </a:lnTo>
                  <a:lnTo>
                    <a:pt x="520326" y="89273"/>
                  </a:lnTo>
                  <a:lnTo>
                    <a:pt x="484810" y="58808"/>
                  </a:lnTo>
                  <a:lnTo>
                    <a:pt x="444873" y="34021"/>
                  </a:lnTo>
                  <a:lnTo>
                    <a:pt x="401140" y="15538"/>
                  </a:lnTo>
                  <a:lnTo>
                    <a:pt x="354240" y="3989"/>
                  </a:lnTo>
                  <a:lnTo>
                    <a:pt x="304800" y="0"/>
                  </a:lnTo>
                  <a:close/>
                </a:path>
              </a:pathLst>
            </a:custGeom>
            <a:ln w="21166">
              <a:solidFill>
                <a:srgbClr val="C26F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80179" y="7681076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496" y="316992"/>
                  </a:moveTo>
                  <a:lnTo>
                    <a:pt x="108399" y="308912"/>
                  </a:lnTo>
                  <a:lnTo>
                    <a:pt x="64890" y="286411"/>
                  </a:lnTo>
                  <a:lnTo>
                    <a:pt x="30580" y="252101"/>
                  </a:lnTo>
                  <a:lnTo>
                    <a:pt x="8080" y="208592"/>
                  </a:lnTo>
                  <a:lnTo>
                    <a:pt x="0" y="158495"/>
                  </a:lnTo>
                  <a:lnTo>
                    <a:pt x="8080" y="108398"/>
                  </a:lnTo>
                  <a:lnTo>
                    <a:pt x="30580" y="64890"/>
                  </a:lnTo>
                  <a:lnTo>
                    <a:pt x="64890" y="30580"/>
                  </a:lnTo>
                  <a:lnTo>
                    <a:pt x="108399" y="8080"/>
                  </a:lnTo>
                  <a:lnTo>
                    <a:pt x="158496" y="0"/>
                  </a:lnTo>
                  <a:lnTo>
                    <a:pt x="208593" y="8080"/>
                  </a:lnTo>
                  <a:lnTo>
                    <a:pt x="252101" y="30580"/>
                  </a:lnTo>
                  <a:lnTo>
                    <a:pt x="286411" y="64890"/>
                  </a:lnTo>
                  <a:lnTo>
                    <a:pt x="308911" y="108398"/>
                  </a:lnTo>
                  <a:lnTo>
                    <a:pt x="316991" y="158495"/>
                  </a:lnTo>
                  <a:lnTo>
                    <a:pt x="308911" y="208592"/>
                  </a:lnTo>
                  <a:lnTo>
                    <a:pt x="286411" y="252101"/>
                  </a:lnTo>
                  <a:lnTo>
                    <a:pt x="252101" y="286411"/>
                  </a:lnTo>
                  <a:lnTo>
                    <a:pt x="208593" y="308912"/>
                  </a:lnTo>
                  <a:lnTo>
                    <a:pt x="158496" y="316992"/>
                  </a:lnTo>
                  <a:close/>
                </a:path>
              </a:pathLst>
            </a:custGeom>
            <a:solidFill>
              <a:srgbClr val="C26F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84382" y="8193148"/>
              <a:ext cx="12167870" cy="951230"/>
            </a:xfrm>
            <a:custGeom>
              <a:avLst/>
              <a:gdLst/>
              <a:ahLst/>
              <a:cxnLst/>
              <a:rect l="l" t="t" r="r" b="b"/>
              <a:pathLst>
                <a:path w="12167869" h="951229">
                  <a:moveTo>
                    <a:pt x="12167743" y="950976"/>
                  </a:moveTo>
                  <a:lnTo>
                    <a:pt x="0" y="950976"/>
                  </a:lnTo>
                  <a:lnTo>
                    <a:pt x="0" y="0"/>
                  </a:lnTo>
                  <a:lnTo>
                    <a:pt x="12167743" y="0"/>
                  </a:lnTo>
                  <a:lnTo>
                    <a:pt x="12167743" y="950976"/>
                  </a:lnTo>
                  <a:close/>
                </a:path>
              </a:pathLst>
            </a:custGeom>
            <a:solidFill>
              <a:srgbClr val="D6EC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28272" y="8574155"/>
              <a:ext cx="1787855" cy="23057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03796" y="8574155"/>
              <a:ext cx="1560791" cy="42355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146969" y="8660755"/>
              <a:ext cx="242570" cy="17780"/>
            </a:xfrm>
            <a:custGeom>
              <a:avLst/>
              <a:gdLst/>
              <a:ahLst/>
              <a:cxnLst/>
              <a:rect l="l" t="t" r="r" b="b"/>
              <a:pathLst>
                <a:path w="242570" h="17779">
                  <a:moveTo>
                    <a:pt x="237942" y="17496"/>
                  </a:moveTo>
                  <a:lnTo>
                    <a:pt x="0" y="17496"/>
                  </a:lnTo>
                  <a:lnTo>
                    <a:pt x="4359" y="0"/>
                  </a:lnTo>
                  <a:lnTo>
                    <a:pt x="242301" y="0"/>
                  </a:lnTo>
                  <a:lnTo>
                    <a:pt x="237942" y="17496"/>
                  </a:lnTo>
                  <a:close/>
                </a:path>
              </a:pathLst>
            </a:custGeom>
            <a:solidFill>
              <a:srgbClr val="0A3C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37596" y="8575805"/>
              <a:ext cx="417438" cy="1871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31953" y="8574096"/>
              <a:ext cx="2565034" cy="23063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1560670" y="8574100"/>
              <a:ext cx="643890" cy="182880"/>
            </a:xfrm>
            <a:custGeom>
              <a:avLst/>
              <a:gdLst/>
              <a:ahLst/>
              <a:cxnLst/>
              <a:rect l="l" t="t" r="r" b="b"/>
              <a:pathLst>
                <a:path w="643890" h="182879">
                  <a:moveTo>
                    <a:pt x="75196" y="55143"/>
                  </a:moveTo>
                  <a:lnTo>
                    <a:pt x="46266" y="55143"/>
                  </a:lnTo>
                  <a:lnTo>
                    <a:pt x="56400" y="14617"/>
                  </a:lnTo>
                  <a:lnTo>
                    <a:pt x="35140" y="14617"/>
                  </a:lnTo>
                  <a:lnTo>
                    <a:pt x="25006" y="55143"/>
                  </a:lnTo>
                  <a:lnTo>
                    <a:pt x="5207" y="55143"/>
                  </a:lnTo>
                  <a:lnTo>
                    <a:pt x="1092" y="71577"/>
                  </a:lnTo>
                  <a:lnTo>
                    <a:pt x="20878" y="71577"/>
                  </a:lnTo>
                  <a:lnTo>
                    <a:pt x="1612" y="148640"/>
                  </a:lnTo>
                  <a:lnTo>
                    <a:pt x="152" y="156552"/>
                  </a:lnTo>
                  <a:lnTo>
                    <a:pt x="15113" y="182041"/>
                  </a:lnTo>
                  <a:lnTo>
                    <a:pt x="25590" y="182041"/>
                  </a:lnTo>
                  <a:lnTo>
                    <a:pt x="32499" y="182041"/>
                  </a:lnTo>
                  <a:lnTo>
                    <a:pt x="38341" y="181102"/>
                  </a:lnTo>
                  <a:lnTo>
                    <a:pt x="43091" y="179209"/>
                  </a:lnTo>
                  <a:lnTo>
                    <a:pt x="47447" y="161836"/>
                  </a:lnTo>
                  <a:lnTo>
                    <a:pt x="45364" y="162496"/>
                  </a:lnTo>
                  <a:lnTo>
                    <a:pt x="39319" y="163677"/>
                  </a:lnTo>
                  <a:lnTo>
                    <a:pt x="30289" y="163830"/>
                  </a:lnTo>
                  <a:lnTo>
                    <a:pt x="26619" y="162280"/>
                  </a:lnTo>
                  <a:lnTo>
                    <a:pt x="22453" y="156044"/>
                  </a:lnTo>
                  <a:lnTo>
                    <a:pt x="22199" y="151320"/>
                  </a:lnTo>
                  <a:lnTo>
                    <a:pt x="42151" y="71577"/>
                  </a:lnTo>
                  <a:lnTo>
                    <a:pt x="71069" y="71577"/>
                  </a:lnTo>
                  <a:lnTo>
                    <a:pt x="75196" y="55143"/>
                  </a:lnTo>
                  <a:close/>
                </a:path>
                <a:path w="643890" h="182879">
                  <a:moveTo>
                    <a:pt x="180352" y="102603"/>
                  </a:moveTo>
                  <a:lnTo>
                    <a:pt x="163360" y="102603"/>
                  </a:lnTo>
                  <a:lnTo>
                    <a:pt x="159080" y="102603"/>
                  </a:lnTo>
                  <a:lnTo>
                    <a:pt x="155067" y="103022"/>
                  </a:lnTo>
                  <a:lnTo>
                    <a:pt x="155067" y="118656"/>
                  </a:lnTo>
                  <a:lnTo>
                    <a:pt x="151079" y="134620"/>
                  </a:lnTo>
                  <a:lnTo>
                    <a:pt x="147904" y="141363"/>
                  </a:lnTo>
                  <a:lnTo>
                    <a:pt x="143497" y="146989"/>
                  </a:lnTo>
                  <a:lnTo>
                    <a:pt x="139141" y="152603"/>
                  </a:lnTo>
                  <a:lnTo>
                    <a:pt x="133934" y="156908"/>
                  </a:lnTo>
                  <a:lnTo>
                    <a:pt x="121881" y="162839"/>
                  </a:lnTo>
                  <a:lnTo>
                    <a:pt x="115544" y="164299"/>
                  </a:lnTo>
                  <a:lnTo>
                    <a:pt x="99352" y="164299"/>
                  </a:lnTo>
                  <a:lnTo>
                    <a:pt x="92913" y="162229"/>
                  </a:lnTo>
                  <a:lnTo>
                    <a:pt x="86156" y="153898"/>
                  </a:lnTo>
                  <a:lnTo>
                    <a:pt x="85178" y="148932"/>
                  </a:lnTo>
                  <a:lnTo>
                    <a:pt x="87693" y="138760"/>
                  </a:lnTo>
                  <a:lnTo>
                    <a:pt x="155067" y="118656"/>
                  </a:lnTo>
                  <a:lnTo>
                    <a:pt x="155067" y="103022"/>
                  </a:lnTo>
                  <a:lnTo>
                    <a:pt x="113296" y="107797"/>
                  </a:lnTo>
                  <a:lnTo>
                    <a:pt x="77406" y="122085"/>
                  </a:lnTo>
                  <a:lnTo>
                    <a:pt x="63093" y="158140"/>
                  </a:lnTo>
                  <a:lnTo>
                    <a:pt x="67094" y="169722"/>
                  </a:lnTo>
                  <a:lnTo>
                    <a:pt x="71018" y="174218"/>
                  </a:lnTo>
                  <a:lnTo>
                    <a:pt x="82727" y="180657"/>
                  </a:lnTo>
                  <a:lnTo>
                    <a:pt x="90220" y="182270"/>
                  </a:lnTo>
                  <a:lnTo>
                    <a:pt x="107746" y="182270"/>
                  </a:lnTo>
                  <a:lnTo>
                    <a:pt x="140576" y="164299"/>
                  </a:lnTo>
                  <a:lnTo>
                    <a:pt x="143916" y="160413"/>
                  </a:lnTo>
                  <a:lnTo>
                    <a:pt x="144386" y="160413"/>
                  </a:lnTo>
                  <a:lnTo>
                    <a:pt x="142849" y="167995"/>
                  </a:lnTo>
                  <a:lnTo>
                    <a:pt x="141909" y="174383"/>
                  </a:lnTo>
                  <a:lnTo>
                    <a:pt x="141554" y="179565"/>
                  </a:lnTo>
                  <a:lnTo>
                    <a:pt x="162293" y="179565"/>
                  </a:lnTo>
                  <a:lnTo>
                    <a:pt x="163207" y="173888"/>
                  </a:lnTo>
                  <a:lnTo>
                    <a:pt x="164490" y="167297"/>
                  </a:lnTo>
                  <a:lnTo>
                    <a:pt x="166014" y="160413"/>
                  </a:lnTo>
                  <a:lnTo>
                    <a:pt x="166166" y="159689"/>
                  </a:lnTo>
                  <a:lnTo>
                    <a:pt x="168249" y="151104"/>
                  </a:lnTo>
                  <a:lnTo>
                    <a:pt x="180352" y="102603"/>
                  </a:lnTo>
                  <a:close/>
                </a:path>
                <a:path w="643890" h="182879">
                  <a:moveTo>
                    <a:pt x="183756" y="82130"/>
                  </a:moveTo>
                  <a:lnTo>
                    <a:pt x="180835" y="70459"/>
                  </a:lnTo>
                  <a:lnTo>
                    <a:pt x="180340" y="68453"/>
                  </a:lnTo>
                  <a:lnTo>
                    <a:pt x="176212" y="62865"/>
                  </a:lnTo>
                  <a:lnTo>
                    <a:pt x="141681" y="51968"/>
                  </a:lnTo>
                  <a:lnTo>
                    <a:pt x="134137" y="51968"/>
                  </a:lnTo>
                  <a:lnTo>
                    <a:pt x="91998" y="73050"/>
                  </a:lnTo>
                  <a:lnTo>
                    <a:pt x="83172" y="87312"/>
                  </a:lnTo>
                  <a:lnTo>
                    <a:pt x="102082" y="92557"/>
                  </a:lnTo>
                  <a:lnTo>
                    <a:pt x="106095" y="85445"/>
                  </a:lnTo>
                  <a:lnTo>
                    <a:pt x="111137" y="79984"/>
                  </a:lnTo>
                  <a:lnTo>
                    <a:pt x="123355" y="72364"/>
                  </a:lnTo>
                  <a:lnTo>
                    <a:pt x="130378" y="70459"/>
                  </a:lnTo>
                  <a:lnTo>
                    <a:pt x="147396" y="70459"/>
                  </a:lnTo>
                  <a:lnTo>
                    <a:pt x="153809" y="73050"/>
                  </a:lnTo>
                  <a:lnTo>
                    <a:pt x="161353" y="83426"/>
                  </a:lnTo>
                  <a:lnTo>
                    <a:pt x="162102" y="90551"/>
                  </a:lnTo>
                  <a:lnTo>
                    <a:pt x="159194" y="102158"/>
                  </a:lnTo>
                  <a:lnTo>
                    <a:pt x="163474" y="102158"/>
                  </a:lnTo>
                  <a:lnTo>
                    <a:pt x="180467" y="102158"/>
                  </a:lnTo>
                  <a:lnTo>
                    <a:pt x="183680" y="89293"/>
                  </a:lnTo>
                  <a:lnTo>
                    <a:pt x="183756" y="82130"/>
                  </a:lnTo>
                  <a:close/>
                </a:path>
                <a:path w="643890" h="182879">
                  <a:moveTo>
                    <a:pt x="323062" y="91808"/>
                  </a:moveTo>
                  <a:lnTo>
                    <a:pt x="304279" y="56832"/>
                  </a:lnTo>
                  <a:lnTo>
                    <a:pt x="301002" y="55397"/>
                  </a:lnTo>
                  <a:lnTo>
                    <a:pt x="301002" y="99949"/>
                  </a:lnTo>
                  <a:lnTo>
                    <a:pt x="301002" y="101244"/>
                  </a:lnTo>
                  <a:lnTo>
                    <a:pt x="287235" y="142506"/>
                  </a:lnTo>
                  <a:lnTo>
                    <a:pt x="257124" y="164134"/>
                  </a:lnTo>
                  <a:lnTo>
                    <a:pt x="243700" y="164134"/>
                  </a:lnTo>
                  <a:lnTo>
                    <a:pt x="237921" y="162598"/>
                  </a:lnTo>
                  <a:lnTo>
                    <a:pt x="231101" y="158356"/>
                  </a:lnTo>
                  <a:lnTo>
                    <a:pt x="228066" y="156476"/>
                  </a:lnTo>
                  <a:lnTo>
                    <a:pt x="224663" y="151371"/>
                  </a:lnTo>
                  <a:lnTo>
                    <a:pt x="222783" y="144221"/>
                  </a:lnTo>
                  <a:lnTo>
                    <a:pt x="222719" y="143865"/>
                  </a:lnTo>
                  <a:lnTo>
                    <a:pt x="221818" y="138404"/>
                  </a:lnTo>
                  <a:lnTo>
                    <a:pt x="221830" y="131076"/>
                  </a:lnTo>
                  <a:lnTo>
                    <a:pt x="236689" y="89547"/>
                  </a:lnTo>
                  <a:lnTo>
                    <a:pt x="266954" y="70396"/>
                  </a:lnTo>
                  <a:lnTo>
                    <a:pt x="279869" y="70396"/>
                  </a:lnTo>
                  <a:lnTo>
                    <a:pt x="285877" y="72390"/>
                  </a:lnTo>
                  <a:lnTo>
                    <a:pt x="295338" y="80314"/>
                  </a:lnTo>
                  <a:lnTo>
                    <a:pt x="298386" y="85890"/>
                  </a:lnTo>
                  <a:lnTo>
                    <a:pt x="301002" y="99949"/>
                  </a:lnTo>
                  <a:lnTo>
                    <a:pt x="301002" y="55397"/>
                  </a:lnTo>
                  <a:lnTo>
                    <a:pt x="298107" y="54127"/>
                  </a:lnTo>
                  <a:lnTo>
                    <a:pt x="291084" y="52501"/>
                  </a:lnTo>
                  <a:lnTo>
                    <a:pt x="283222" y="51968"/>
                  </a:lnTo>
                  <a:lnTo>
                    <a:pt x="276479" y="52374"/>
                  </a:lnTo>
                  <a:lnTo>
                    <a:pt x="239928" y="71208"/>
                  </a:lnTo>
                  <a:lnTo>
                    <a:pt x="235102" y="76758"/>
                  </a:lnTo>
                  <a:lnTo>
                    <a:pt x="234619" y="76758"/>
                  </a:lnTo>
                  <a:lnTo>
                    <a:pt x="234734" y="76352"/>
                  </a:lnTo>
                  <a:lnTo>
                    <a:pt x="253834" y="0"/>
                  </a:lnTo>
                  <a:lnTo>
                    <a:pt x="232562" y="0"/>
                  </a:lnTo>
                  <a:lnTo>
                    <a:pt x="187667" y="179565"/>
                  </a:lnTo>
                  <a:lnTo>
                    <a:pt x="207467" y="179565"/>
                  </a:lnTo>
                  <a:lnTo>
                    <a:pt x="214236" y="158356"/>
                  </a:lnTo>
                  <a:lnTo>
                    <a:pt x="214718" y="158356"/>
                  </a:lnTo>
                  <a:lnTo>
                    <a:pt x="216598" y="165862"/>
                  </a:lnTo>
                  <a:lnTo>
                    <a:pt x="220599" y="171691"/>
                  </a:lnTo>
                  <a:lnTo>
                    <a:pt x="232854" y="180009"/>
                  </a:lnTo>
                  <a:lnTo>
                    <a:pt x="240512" y="182092"/>
                  </a:lnTo>
                  <a:lnTo>
                    <a:pt x="249707" y="182092"/>
                  </a:lnTo>
                  <a:lnTo>
                    <a:pt x="257733" y="181597"/>
                  </a:lnTo>
                  <a:lnTo>
                    <a:pt x="265912" y="180009"/>
                  </a:lnTo>
                  <a:lnTo>
                    <a:pt x="265747" y="180009"/>
                  </a:lnTo>
                  <a:lnTo>
                    <a:pt x="273024" y="177596"/>
                  </a:lnTo>
                  <a:lnTo>
                    <a:pt x="305028" y="151371"/>
                  </a:lnTo>
                  <a:lnTo>
                    <a:pt x="322084" y="108534"/>
                  </a:lnTo>
                  <a:lnTo>
                    <a:pt x="322999" y="100266"/>
                  </a:lnTo>
                  <a:lnTo>
                    <a:pt x="323062" y="91808"/>
                  </a:lnTo>
                  <a:close/>
                </a:path>
                <a:path w="643890" h="182879">
                  <a:moveTo>
                    <a:pt x="393712" y="63"/>
                  </a:moveTo>
                  <a:lnTo>
                    <a:pt x="372440" y="63"/>
                  </a:lnTo>
                  <a:lnTo>
                    <a:pt x="327545" y="179565"/>
                  </a:lnTo>
                  <a:lnTo>
                    <a:pt x="348818" y="179565"/>
                  </a:lnTo>
                  <a:lnTo>
                    <a:pt x="393712" y="63"/>
                  </a:lnTo>
                  <a:close/>
                </a:path>
                <a:path w="643890" h="182879">
                  <a:moveTo>
                    <a:pt x="493268" y="93484"/>
                  </a:moveTo>
                  <a:lnTo>
                    <a:pt x="492480" y="85369"/>
                  </a:lnTo>
                  <a:lnTo>
                    <a:pt x="490626" y="77927"/>
                  </a:lnTo>
                  <a:lnTo>
                    <a:pt x="490562" y="77787"/>
                  </a:lnTo>
                  <a:lnTo>
                    <a:pt x="487692" y="71361"/>
                  </a:lnTo>
                  <a:lnTo>
                    <a:pt x="487273" y="70751"/>
                  </a:lnTo>
                  <a:lnTo>
                    <a:pt x="483704" y="65646"/>
                  </a:lnTo>
                  <a:lnTo>
                    <a:pt x="478637" y="60794"/>
                  </a:lnTo>
                  <a:lnTo>
                    <a:pt x="472795" y="57061"/>
                  </a:lnTo>
                  <a:lnTo>
                    <a:pt x="472795" y="97967"/>
                  </a:lnTo>
                  <a:lnTo>
                    <a:pt x="472732" y="98310"/>
                  </a:lnTo>
                  <a:lnTo>
                    <a:pt x="471690" y="104800"/>
                  </a:lnTo>
                  <a:lnTo>
                    <a:pt x="399897" y="104800"/>
                  </a:lnTo>
                  <a:lnTo>
                    <a:pt x="431355" y="72428"/>
                  </a:lnTo>
                  <a:lnTo>
                    <a:pt x="437896" y="70751"/>
                  </a:lnTo>
                  <a:lnTo>
                    <a:pt x="450850" y="70751"/>
                  </a:lnTo>
                  <a:lnTo>
                    <a:pt x="470331" y="86893"/>
                  </a:lnTo>
                  <a:lnTo>
                    <a:pt x="472338" y="91998"/>
                  </a:lnTo>
                  <a:lnTo>
                    <a:pt x="472452" y="93484"/>
                  </a:lnTo>
                  <a:lnTo>
                    <a:pt x="472795" y="97967"/>
                  </a:lnTo>
                  <a:lnTo>
                    <a:pt x="472795" y="57061"/>
                  </a:lnTo>
                  <a:lnTo>
                    <a:pt x="472605" y="56934"/>
                  </a:lnTo>
                  <a:lnTo>
                    <a:pt x="465709" y="54165"/>
                  </a:lnTo>
                  <a:lnTo>
                    <a:pt x="457720" y="52463"/>
                  </a:lnTo>
                  <a:lnTo>
                    <a:pt x="457187" y="52463"/>
                  </a:lnTo>
                  <a:lnTo>
                    <a:pt x="449300" y="51968"/>
                  </a:lnTo>
                  <a:lnTo>
                    <a:pt x="409562" y="64477"/>
                  </a:lnTo>
                  <a:lnTo>
                    <a:pt x="381025" y="98310"/>
                  </a:lnTo>
                  <a:lnTo>
                    <a:pt x="372808" y="125882"/>
                  </a:lnTo>
                  <a:lnTo>
                    <a:pt x="372008" y="134632"/>
                  </a:lnTo>
                  <a:lnTo>
                    <a:pt x="389153" y="173913"/>
                  </a:lnTo>
                  <a:lnTo>
                    <a:pt x="418553" y="182092"/>
                  </a:lnTo>
                  <a:lnTo>
                    <a:pt x="425145" y="181813"/>
                  </a:lnTo>
                  <a:lnTo>
                    <a:pt x="466166" y="163779"/>
                  </a:lnTo>
                  <a:lnTo>
                    <a:pt x="480466" y="145224"/>
                  </a:lnTo>
                  <a:lnTo>
                    <a:pt x="462737" y="139852"/>
                  </a:lnTo>
                  <a:lnTo>
                    <a:pt x="458254" y="147713"/>
                  </a:lnTo>
                  <a:lnTo>
                    <a:pt x="452818" y="153657"/>
                  </a:lnTo>
                  <a:lnTo>
                    <a:pt x="440016" y="161747"/>
                  </a:lnTo>
                  <a:lnTo>
                    <a:pt x="432765" y="163779"/>
                  </a:lnTo>
                  <a:lnTo>
                    <a:pt x="416509" y="163779"/>
                  </a:lnTo>
                  <a:lnTo>
                    <a:pt x="409600" y="161747"/>
                  </a:lnTo>
                  <a:lnTo>
                    <a:pt x="409765" y="161747"/>
                  </a:lnTo>
                  <a:lnTo>
                    <a:pt x="404761" y="157949"/>
                  </a:lnTo>
                  <a:lnTo>
                    <a:pt x="399694" y="154012"/>
                  </a:lnTo>
                  <a:lnTo>
                    <a:pt x="396481" y="148475"/>
                  </a:lnTo>
                  <a:lnTo>
                    <a:pt x="395109" y="141325"/>
                  </a:lnTo>
                  <a:lnTo>
                    <a:pt x="393763" y="134137"/>
                  </a:lnTo>
                  <a:lnTo>
                    <a:pt x="394423" y="125882"/>
                  </a:lnTo>
                  <a:lnTo>
                    <a:pt x="394474" y="125691"/>
                  </a:lnTo>
                  <a:lnTo>
                    <a:pt x="395833" y="120827"/>
                  </a:lnTo>
                  <a:lnTo>
                    <a:pt x="488721" y="120827"/>
                  </a:lnTo>
                  <a:lnTo>
                    <a:pt x="491375" y="111213"/>
                  </a:lnTo>
                  <a:lnTo>
                    <a:pt x="491502" y="110464"/>
                  </a:lnTo>
                  <a:lnTo>
                    <a:pt x="492899" y="102095"/>
                  </a:lnTo>
                  <a:lnTo>
                    <a:pt x="493268" y="93484"/>
                  </a:lnTo>
                  <a:close/>
                </a:path>
                <a:path w="643890" h="182879">
                  <a:moveTo>
                    <a:pt x="609409" y="78193"/>
                  </a:moveTo>
                  <a:lnTo>
                    <a:pt x="577557" y="52197"/>
                  </a:lnTo>
                  <a:lnTo>
                    <a:pt x="569468" y="52197"/>
                  </a:lnTo>
                  <a:lnTo>
                    <a:pt x="528053" y="64592"/>
                  </a:lnTo>
                  <a:lnTo>
                    <a:pt x="510070" y="97320"/>
                  </a:lnTo>
                  <a:lnTo>
                    <a:pt x="510984" y="104609"/>
                  </a:lnTo>
                  <a:lnTo>
                    <a:pt x="561314" y="128257"/>
                  </a:lnTo>
                  <a:lnTo>
                    <a:pt x="565543" y="129667"/>
                  </a:lnTo>
                  <a:lnTo>
                    <a:pt x="571512" y="132499"/>
                  </a:lnTo>
                  <a:lnTo>
                    <a:pt x="573557" y="134353"/>
                  </a:lnTo>
                  <a:lnTo>
                    <a:pt x="575754" y="138950"/>
                  </a:lnTo>
                  <a:lnTo>
                    <a:pt x="575868" y="141859"/>
                  </a:lnTo>
                  <a:lnTo>
                    <a:pt x="574103" y="148971"/>
                  </a:lnTo>
                  <a:lnTo>
                    <a:pt x="550113" y="163779"/>
                  </a:lnTo>
                  <a:lnTo>
                    <a:pt x="535660" y="163779"/>
                  </a:lnTo>
                  <a:lnTo>
                    <a:pt x="528942" y="161810"/>
                  </a:lnTo>
                  <a:lnTo>
                    <a:pt x="519277" y="153962"/>
                  </a:lnTo>
                  <a:lnTo>
                    <a:pt x="517017" y="148437"/>
                  </a:lnTo>
                  <a:lnTo>
                    <a:pt x="517334" y="141325"/>
                  </a:lnTo>
                  <a:lnTo>
                    <a:pt x="495477" y="145923"/>
                  </a:lnTo>
                  <a:lnTo>
                    <a:pt x="520534" y="179387"/>
                  </a:lnTo>
                  <a:lnTo>
                    <a:pt x="538657" y="181686"/>
                  </a:lnTo>
                  <a:lnTo>
                    <a:pt x="546023" y="181381"/>
                  </a:lnTo>
                  <a:lnTo>
                    <a:pt x="591820" y="157734"/>
                  </a:lnTo>
                  <a:lnTo>
                    <a:pt x="598868" y="137401"/>
                  </a:lnTo>
                  <a:lnTo>
                    <a:pt x="598766" y="131978"/>
                  </a:lnTo>
                  <a:lnTo>
                    <a:pt x="546163" y="104508"/>
                  </a:lnTo>
                  <a:lnTo>
                    <a:pt x="541858" y="102857"/>
                  </a:lnTo>
                  <a:lnTo>
                    <a:pt x="536321" y="99326"/>
                  </a:lnTo>
                  <a:lnTo>
                    <a:pt x="534619" y="97447"/>
                  </a:lnTo>
                  <a:lnTo>
                    <a:pt x="533273" y="93395"/>
                  </a:lnTo>
                  <a:lnTo>
                    <a:pt x="533336" y="90830"/>
                  </a:lnTo>
                  <a:lnTo>
                    <a:pt x="559435" y="70231"/>
                  </a:lnTo>
                  <a:lnTo>
                    <a:pt x="572236" y="70231"/>
                  </a:lnTo>
                  <a:lnTo>
                    <a:pt x="578281" y="72034"/>
                  </a:lnTo>
                  <a:lnTo>
                    <a:pt x="586498" y="79260"/>
                  </a:lnTo>
                  <a:lnTo>
                    <a:pt x="588518" y="84048"/>
                  </a:lnTo>
                  <a:lnTo>
                    <a:pt x="588441" y="90017"/>
                  </a:lnTo>
                  <a:lnTo>
                    <a:pt x="609053" y="85064"/>
                  </a:lnTo>
                  <a:lnTo>
                    <a:pt x="609409" y="78193"/>
                  </a:lnTo>
                  <a:close/>
                </a:path>
                <a:path w="643890" h="182879">
                  <a:moveTo>
                    <a:pt x="643356" y="162483"/>
                  </a:moveTo>
                  <a:lnTo>
                    <a:pt x="642772" y="158927"/>
                  </a:lnTo>
                  <a:lnTo>
                    <a:pt x="638289" y="153149"/>
                  </a:lnTo>
                  <a:lnTo>
                    <a:pt x="635025" y="151701"/>
                  </a:lnTo>
                  <a:lnTo>
                    <a:pt x="626503" y="151701"/>
                  </a:lnTo>
                  <a:lnTo>
                    <a:pt x="622541" y="153149"/>
                  </a:lnTo>
                  <a:lnTo>
                    <a:pt x="615162" y="158927"/>
                  </a:lnTo>
                  <a:lnTo>
                    <a:pt x="612787" y="162483"/>
                  </a:lnTo>
                  <a:lnTo>
                    <a:pt x="610666" y="171005"/>
                  </a:lnTo>
                  <a:lnTo>
                    <a:pt x="611225" y="174612"/>
                  </a:lnTo>
                  <a:lnTo>
                    <a:pt x="615670" y="180543"/>
                  </a:lnTo>
                  <a:lnTo>
                    <a:pt x="618909" y="182041"/>
                  </a:lnTo>
                  <a:lnTo>
                    <a:pt x="623150" y="182041"/>
                  </a:lnTo>
                  <a:lnTo>
                    <a:pt x="627545" y="182041"/>
                  </a:lnTo>
                  <a:lnTo>
                    <a:pt x="631571" y="180543"/>
                  </a:lnTo>
                  <a:lnTo>
                    <a:pt x="638873" y="174612"/>
                  </a:lnTo>
                  <a:lnTo>
                    <a:pt x="641235" y="171005"/>
                  </a:lnTo>
                  <a:lnTo>
                    <a:pt x="643356" y="162483"/>
                  </a:lnTo>
                  <a:close/>
                </a:path>
              </a:pathLst>
            </a:custGeom>
            <a:solidFill>
              <a:srgbClr val="0A3C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96134" y="8865415"/>
              <a:ext cx="86360" cy="104775"/>
            </a:xfrm>
            <a:custGeom>
              <a:avLst/>
              <a:gdLst/>
              <a:ahLst/>
              <a:cxnLst/>
              <a:rect l="l" t="t" r="r" b="b"/>
              <a:pathLst>
                <a:path w="86360" h="104775">
                  <a:moveTo>
                    <a:pt x="39449" y="104195"/>
                  </a:moveTo>
                  <a:lnTo>
                    <a:pt x="32287" y="104195"/>
                  </a:lnTo>
                  <a:lnTo>
                    <a:pt x="22510" y="104195"/>
                  </a:lnTo>
                  <a:lnTo>
                    <a:pt x="14654" y="101921"/>
                  </a:lnTo>
                  <a:lnTo>
                    <a:pt x="2808" y="92803"/>
                  </a:lnTo>
                  <a:lnTo>
                    <a:pt x="0" y="86209"/>
                  </a:lnTo>
                  <a:lnTo>
                    <a:pt x="295" y="77592"/>
                  </a:lnTo>
                  <a:lnTo>
                    <a:pt x="14108" y="73806"/>
                  </a:lnTo>
                  <a:lnTo>
                    <a:pt x="13926" y="79581"/>
                  </a:lnTo>
                  <a:lnTo>
                    <a:pt x="15711" y="84140"/>
                  </a:lnTo>
                  <a:lnTo>
                    <a:pt x="23237" y="90802"/>
                  </a:lnTo>
                  <a:lnTo>
                    <a:pt x="28592" y="92462"/>
                  </a:lnTo>
                  <a:lnTo>
                    <a:pt x="40143" y="92462"/>
                  </a:lnTo>
                  <a:lnTo>
                    <a:pt x="63096" y="71998"/>
                  </a:lnTo>
                  <a:lnTo>
                    <a:pt x="63028" y="69599"/>
                  </a:lnTo>
                  <a:lnTo>
                    <a:pt x="24272" y="50443"/>
                  </a:lnTo>
                  <a:lnTo>
                    <a:pt x="19656" y="47317"/>
                  </a:lnTo>
                  <a:lnTo>
                    <a:pt x="14449" y="39290"/>
                  </a:lnTo>
                  <a:lnTo>
                    <a:pt x="13938" y="34106"/>
                  </a:lnTo>
                  <a:lnTo>
                    <a:pt x="16734" y="22919"/>
                  </a:lnTo>
                  <a:lnTo>
                    <a:pt x="49624" y="0"/>
                  </a:lnTo>
                  <a:lnTo>
                    <a:pt x="62926" y="0"/>
                  </a:lnTo>
                  <a:lnTo>
                    <a:pt x="86039" y="19952"/>
                  </a:lnTo>
                  <a:lnTo>
                    <a:pt x="85834" y="25613"/>
                  </a:lnTo>
                  <a:lnTo>
                    <a:pt x="73112" y="28854"/>
                  </a:lnTo>
                  <a:lnTo>
                    <a:pt x="73272" y="23851"/>
                  </a:lnTo>
                  <a:lnTo>
                    <a:pt x="71714" y="19690"/>
                  </a:lnTo>
                  <a:lnTo>
                    <a:pt x="65166" y="13028"/>
                  </a:lnTo>
                  <a:lnTo>
                    <a:pt x="60277" y="11357"/>
                  </a:lnTo>
                  <a:lnTo>
                    <a:pt x="49181" y="11357"/>
                  </a:lnTo>
                  <a:lnTo>
                    <a:pt x="27864" y="31070"/>
                  </a:lnTo>
                  <a:lnTo>
                    <a:pt x="28399" y="34208"/>
                  </a:lnTo>
                  <a:lnTo>
                    <a:pt x="32514" y="38960"/>
                  </a:lnTo>
                  <a:lnTo>
                    <a:pt x="36528" y="41155"/>
                  </a:lnTo>
                  <a:lnTo>
                    <a:pt x="63199" y="50216"/>
                  </a:lnTo>
                  <a:lnTo>
                    <a:pt x="67223" y="52057"/>
                  </a:lnTo>
                  <a:lnTo>
                    <a:pt x="73021" y="55923"/>
                  </a:lnTo>
                  <a:lnTo>
                    <a:pt x="75000" y="58503"/>
                  </a:lnTo>
                  <a:lnTo>
                    <a:pt x="77091" y="64961"/>
                  </a:lnTo>
                  <a:lnTo>
                    <a:pt x="76966" y="69145"/>
                  </a:lnTo>
                  <a:lnTo>
                    <a:pt x="46066" y="102910"/>
                  </a:lnTo>
                  <a:lnTo>
                    <a:pt x="39449" y="104195"/>
                  </a:lnTo>
                  <a:close/>
                </a:path>
              </a:pathLst>
            </a:custGeom>
            <a:solidFill>
              <a:srgbClr val="5C72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83100" y="5156200"/>
              <a:ext cx="6515100" cy="17780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73600" y="5321300"/>
              <a:ext cx="6146800" cy="13970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041900" y="1737823"/>
            <a:ext cx="1663700" cy="73660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SELECT</a:t>
            </a:r>
            <a:r>
              <a:rPr sz="1900" spc="-34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50" dirty="0">
                <a:solidFill>
                  <a:srgbClr val="D6ECE9"/>
                </a:solidFill>
                <a:latin typeface="Lucida Sans Unicode"/>
                <a:cs typeface="Lucida Sans Unicode"/>
              </a:rPr>
              <a:t>*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900" spc="-65" dirty="0">
                <a:solidFill>
                  <a:srgbClr val="D6ECE9"/>
                </a:solidFill>
                <a:latin typeface="Lucida Sans Unicode"/>
                <a:cs typeface="Lucida Sans Unicode"/>
              </a:rPr>
              <a:t>FROM</a:t>
            </a:r>
            <a:r>
              <a:rPr sz="1900" spc="-22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35" dirty="0">
                <a:solidFill>
                  <a:srgbClr val="D6ECE9"/>
                </a:solidFill>
                <a:latin typeface="Lucida Sans Unicode"/>
                <a:cs typeface="Lucida Sans Unicode"/>
              </a:rPr>
              <a:t>directors;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spc="-434" dirty="0"/>
              <a:t>4</a:t>
            </a:fld>
            <a:endParaRPr spc="-434" dirty="0"/>
          </a:p>
        </p:txBody>
      </p:sp>
      <p:sp>
        <p:nvSpPr>
          <p:cNvPr id="23" name="object 23"/>
          <p:cNvSpPr txBox="1"/>
          <p:nvPr/>
        </p:nvSpPr>
        <p:spPr>
          <a:xfrm>
            <a:off x="11137900" y="1527651"/>
            <a:ext cx="1879600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40" dirty="0">
                <a:solidFill>
                  <a:srgbClr val="C26F3C"/>
                </a:solidFill>
                <a:latin typeface="Arial"/>
                <a:cs typeface="Arial"/>
              </a:rPr>
              <a:t>H</a:t>
            </a:r>
            <a:r>
              <a:rPr sz="1550" b="1" spc="-13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45" dirty="0">
                <a:solidFill>
                  <a:srgbClr val="C26F3C"/>
                </a:solidFill>
                <a:latin typeface="Arial"/>
                <a:cs typeface="Arial"/>
              </a:rPr>
              <a:t>O</a:t>
            </a:r>
            <a:r>
              <a:rPr sz="1550" b="1" spc="-204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290" dirty="0">
                <a:solidFill>
                  <a:srgbClr val="C26F3C"/>
                </a:solidFill>
                <a:latin typeface="Arial"/>
                <a:cs typeface="Arial"/>
              </a:rPr>
              <a:t>W</a:t>
            </a:r>
            <a:r>
              <a:rPr sz="1550" b="1" spc="31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90" dirty="0">
                <a:solidFill>
                  <a:srgbClr val="C26F3C"/>
                </a:solidFill>
                <a:latin typeface="Arial"/>
                <a:cs typeface="Arial"/>
              </a:rPr>
              <a:t>I</a:t>
            </a:r>
            <a:r>
              <a:rPr sz="1550" b="1" spc="-17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55" dirty="0">
                <a:solidFill>
                  <a:srgbClr val="C26F3C"/>
                </a:solidFill>
                <a:latin typeface="Arial"/>
                <a:cs typeface="Arial"/>
              </a:rPr>
              <a:t>T</a:t>
            </a:r>
            <a:r>
              <a:rPr sz="1550" b="1" spc="47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145" dirty="0">
                <a:solidFill>
                  <a:srgbClr val="C26F3C"/>
                </a:solidFill>
                <a:latin typeface="Arial"/>
                <a:cs typeface="Arial"/>
              </a:rPr>
              <a:t>WO</a:t>
            </a:r>
            <a:r>
              <a:rPr sz="1550" b="1" spc="-21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35" dirty="0">
                <a:solidFill>
                  <a:srgbClr val="C26F3C"/>
                </a:solidFill>
                <a:latin typeface="Arial"/>
                <a:cs typeface="Arial"/>
              </a:rPr>
              <a:t>KS</a:t>
            </a:r>
            <a:endParaRPr sz="15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137900" y="1890814"/>
            <a:ext cx="4757420" cy="1851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54000" marR="311150" indent="-241300">
              <a:lnSpc>
                <a:spcPts val="2000"/>
              </a:lnSpc>
              <a:spcBef>
                <a:spcPts val="310"/>
              </a:spcBef>
              <a:buChar char="•"/>
              <a:tabLst>
                <a:tab pos="254000" algn="l"/>
              </a:tabLst>
            </a:pPr>
            <a:r>
              <a:rPr sz="1800" spc="-30" dirty="0">
                <a:solidFill>
                  <a:srgbClr val="202F2E"/>
                </a:solidFill>
                <a:latin typeface="Lucida Sans Unicode"/>
                <a:cs typeface="Lucida Sans Unicode"/>
              </a:rPr>
              <a:t>SELECT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*</a:t>
            </a:r>
            <a:r>
              <a:rPr sz="1800" spc="-24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0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the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same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“give 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me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0" dirty="0">
                <a:solidFill>
                  <a:srgbClr val="202F2E"/>
                </a:solidFill>
                <a:latin typeface="Lucida Sans Unicode"/>
                <a:cs typeface="Lucida Sans Unicode"/>
              </a:rPr>
              <a:t>everything” </a:t>
            </a:r>
            <a:r>
              <a:rPr sz="1800" spc="-145" dirty="0">
                <a:solidFill>
                  <a:srgbClr val="202F2E"/>
                </a:solidFill>
                <a:latin typeface="Lucida Sans Unicode"/>
                <a:cs typeface="Lucida Sans Unicode"/>
              </a:rPr>
              <a:t>pattern</a:t>
            </a:r>
            <a:r>
              <a:rPr sz="1800" spc="-17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95" dirty="0">
                <a:solidFill>
                  <a:srgbClr val="202F2E"/>
                </a:solidFill>
                <a:latin typeface="Lucida Sans Unicode"/>
                <a:cs typeface="Lucida Sans Unicode"/>
              </a:rPr>
              <a:t>as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Query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202F2E"/>
                </a:solidFill>
                <a:latin typeface="Lucida Sans Unicode"/>
                <a:cs typeface="Lucida Sans Unicode"/>
              </a:rPr>
              <a:t>A.</a:t>
            </a:r>
            <a:endParaRPr sz="1800">
              <a:latin typeface="Lucida Sans Unicode"/>
              <a:cs typeface="Lucida Sans Unicode"/>
            </a:endParaRPr>
          </a:p>
          <a:p>
            <a:pPr marL="254000" marR="487680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spc="-60" dirty="0">
                <a:solidFill>
                  <a:srgbClr val="202F2E"/>
                </a:solidFill>
                <a:latin typeface="Lucida Sans Unicode"/>
                <a:cs typeface="Lucida Sans Unicode"/>
              </a:rPr>
              <a:t>FROM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directors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5" dirty="0">
                <a:solidFill>
                  <a:srgbClr val="202F2E"/>
                </a:solidFill>
                <a:latin typeface="Lucida Sans Unicode"/>
                <a:cs typeface="Lucida Sans Unicode"/>
              </a:rPr>
              <a:t>this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5" dirty="0">
                <a:solidFill>
                  <a:srgbClr val="202F2E"/>
                </a:solidFill>
                <a:latin typeface="Lucida Sans Unicode"/>
                <a:cs typeface="Lucida Sans Unicode"/>
              </a:rPr>
              <a:t>time</a:t>
            </a:r>
            <a:r>
              <a:rPr sz="1800" spc="-8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65" dirty="0">
                <a:solidFill>
                  <a:srgbClr val="202F2E"/>
                </a:solidFill>
                <a:latin typeface="Lucida Sans Unicode"/>
                <a:cs typeface="Lucida Sans Unicode"/>
              </a:rPr>
              <a:t>pointed</a:t>
            </a:r>
            <a:r>
              <a:rPr sz="1800" spc="-2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14" dirty="0">
                <a:solidFill>
                  <a:srgbClr val="202F2E"/>
                </a:solidFill>
                <a:latin typeface="Lucida Sans Unicode"/>
                <a:cs typeface="Lucida Sans Unicode"/>
              </a:rPr>
              <a:t>at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80" dirty="0">
                <a:solidFill>
                  <a:srgbClr val="202F2E"/>
                </a:solidFill>
                <a:latin typeface="Lucida Sans Unicode"/>
                <a:cs typeface="Lucida Sans Unicode"/>
              </a:rPr>
              <a:t>the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directors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02F2E"/>
                </a:solidFill>
                <a:latin typeface="Lucida Sans Unicode"/>
                <a:cs typeface="Lucida Sans Unicode"/>
              </a:rPr>
              <a:t>table.</a:t>
            </a:r>
            <a:endParaRPr sz="1800">
              <a:latin typeface="Lucida Sans Unicode"/>
              <a:cs typeface="Lucida Sans Unicode"/>
            </a:endParaRPr>
          </a:p>
          <a:p>
            <a:pPr marL="254000" marR="5080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spc="-125" dirty="0">
                <a:solidFill>
                  <a:srgbClr val="202F2E"/>
                </a:solidFill>
                <a:latin typeface="Lucida Sans Unicode"/>
                <a:cs typeface="Lucida Sans Unicode"/>
              </a:rPr>
              <a:t>Mirrors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Query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A</a:t>
            </a:r>
            <a:r>
              <a:rPr sz="1800" spc="-20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18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proof</a:t>
            </a:r>
            <a:r>
              <a:rPr sz="1800" spc="-22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the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syntax</a:t>
            </a:r>
            <a:r>
              <a:rPr sz="1800" spc="-229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is</a:t>
            </a:r>
            <a:r>
              <a:rPr sz="1800" spc="-18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reusable 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across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10" dirty="0">
                <a:solidFill>
                  <a:srgbClr val="202F2E"/>
                </a:solidFill>
                <a:latin typeface="Lucida Sans Unicode"/>
                <a:cs typeface="Lucida Sans Unicode"/>
              </a:rPr>
              <a:t>any</a:t>
            </a:r>
            <a:r>
              <a:rPr sz="1800" spc="-2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02F2E"/>
                </a:solidFill>
                <a:latin typeface="Lucida Sans Unicode"/>
                <a:cs typeface="Lucida Sans Unicode"/>
              </a:rPr>
              <a:t>table.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73600" y="4867751"/>
            <a:ext cx="3589020" cy="139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110" dirty="0">
                <a:solidFill>
                  <a:srgbClr val="C26F3C"/>
                </a:solidFill>
                <a:latin typeface="Arial"/>
                <a:cs typeface="Arial"/>
              </a:rPr>
              <a:t>E</a:t>
            </a:r>
            <a:r>
              <a:rPr sz="1550" b="1" spc="-16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C26F3C"/>
                </a:solidFill>
                <a:latin typeface="Arial"/>
                <a:cs typeface="Arial"/>
              </a:rPr>
              <a:t>S</a:t>
            </a:r>
            <a:r>
              <a:rPr sz="1550" b="1" spc="-22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30" dirty="0">
                <a:solidFill>
                  <a:srgbClr val="C26F3C"/>
                </a:solidFill>
                <a:latin typeface="Arial"/>
                <a:cs typeface="Arial"/>
              </a:rPr>
              <a:t>U</a:t>
            </a:r>
            <a:r>
              <a:rPr sz="1550" b="1" spc="-14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70" dirty="0">
                <a:solidFill>
                  <a:srgbClr val="C26F3C"/>
                </a:solidFill>
                <a:latin typeface="Arial"/>
                <a:cs typeface="Arial"/>
              </a:rPr>
              <a:t>LT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4"/>
              </a:spcBef>
            </a:pPr>
            <a:endParaRPr sz="150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</a:pPr>
            <a:r>
              <a:rPr sz="2400" b="1" spc="-135" dirty="0">
                <a:solidFill>
                  <a:srgbClr val="0A3C41"/>
                </a:solidFill>
                <a:latin typeface="Tahoma"/>
                <a:cs typeface="Tahoma"/>
              </a:rPr>
              <a:t>1</a:t>
            </a:r>
            <a:r>
              <a:rPr sz="2250" b="1" spc="-135" dirty="0">
                <a:solidFill>
                  <a:srgbClr val="0A3C41"/>
                </a:solidFill>
                <a:latin typeface="Arial"/>
                <a:cs typeface="Arial"/>
              </a:rPr>
              <a:t>,</a:t>
            </a:r>
            <a:r>
              <a:rPr sz="2400" b="1" spc="-135" dirty="0">
                <a:solidFill>
                  <a:srgbClr val="0A3C41"/>
                </a:solidFill>
                <a:latin typeface="Tahoma"/>
                <a:cs typeface="Tahoma"/>
              </a:rPr>
              <a:t>000</a:t>
            </a:r>
            <a:r>
              <a:rPr sz="2400" b="1" spc="-245" dirty="0">
                <a:solidFill>
                  <a:srgbClr val="0A3C41"/>
                </a:solidFill>
                <a:latin typeface="Tahoma"/>
                <a:cs typeface="Tahoma"/>
              </a:rPr>
              <a:t> </a:t>
            </a:r>
            <a:r>
              <a:rPr sz="2450" b="1" spc="-135" dirty="0">
                <a:solidFill>
                  <a:srgbClr val="0A3C41"/>
                </a:solidFill>
                <a:latin typeface="Arial"/>
                <a:cs typeface="Arial"/>
              </a:rPr>
              <a:t>rows</a:t>
            </a:r>
            <a:r>
              <a:rPr sz="2450" b="1" spc="-210" dirty="0">
                <a:solidFill>
                  <a:srgbClr val="0A3C41"/>
                </a:solidFill>
                <a:latin typeface="Arial"/>
                <a:cs typeface="Arial"/>
              </a:rPr>
              <a:t> </a:t>
            </a:r>
            <a:r>
              <a:rPr sz="2250" b="1" dirty="0">
                <a:solidFill>
                  <a:srgbClr val="0A3C41"/>
                </a:solidFill>
                <a:latin typeface="Sitka Heading"/>
                <a:cs typeface="Sitka Heading"/>
              </a:rPr>
              <a:t>×</a:t>
            </a:r>
            <a:r>
              <a:rPr sz="2250" b="1" spc="10" dirty="0">
                <a:solidFill>
                  <a:srgbClr val="0A3C41"/>
                </a:solidFill>
                <a:latin typeface="Sitka Heading"/>
                <a:cs typeface="Sitka Heading"/>
              </a:rPr>
              <a:t> </a:t>
            </a:r>
            <a:r>
              <a:rPr sz="2400" b="1" spc="-55" dirty="0">
                <a:solidFill>
                  <a:srgbClr val="0A3C41"/>
                </a:solidFill>
                <a:latin typeface="Tahoma"/>
                <a:cs typeface="Tahoma"/>
              </a:rPr>
              <a:t>5</a:t>
            </a:r>
            <a:r>
              <a:rPr sz="2400" b="1" spc="-270" dirty="0">
                <a:solidFill>
                  <a:srgbClr val="0A3C41"/>
                </a:solidFill>
                <a:latin typeface="Tahoma"/>
                <a:cs typeface="Tahoma"/>
              </a:rPr>
              <a:t> </a:t>
            </a:r>
            <a:r>
              <a:rPr sz="2400" b="1" spc="-145" dirty="0">
                <a:solidFill>
                  <a:srgbClr val="0A3C41"/>
                </a:solidFill>
                <a:latin typeface="Verdana"/>
                <a:cs typeface="Verdana"/>
              </a:rPr>
              <a:t>c</a:t>
            </a:r>
            <a:r>
              <a:rPr sz="2450" b="1" spc="-145" dirty="0">
                <a:solidFill>
                  <a:srgbClr val="0A3C41"/>
                </a:solidFill>
                <a:latin typeface="Arial"/>
                <a:cs typeface="Arial"/>
              </a:rPr>
              <a:t>olumns</a:t>
            </a:r>
            <a:endParaRPr sz="24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660"/>
              </a:spcBef>
            </a:pPr>
            <a:r>
              <a:rPr sz="1650" spc="-100" dirty="0">
                <a:solidFill>
                  <a:srgbClr val="5C726F"/>
                </a:solidFill>
                <a:latin typeface="Lucida Sans Unicode"/>
                <a:cs typeface="Lucida Sans Unicode"/>
              </a:rPr>
              <a:t>the</a:t>
            </a:r>
            <a:r>
              <a:rPr sz="1650" spc="-18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10" dirty="0">
                <a:solidFill>
                  <a:srgbClr val="5C726F"/>
                </a:solidFill>
                <a:latin typeface="Lucida Sans Unicode"/>
                <a:cs typeface="Lucida Sans Unicode"/>
              </a:rPr>
              <a:t>complete</a:t>
            </a:r>
            <a:r>
              <a:rPr sz="1650" spc="-17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05" dirty="0">
                <a:solidFill>
                  <a:srgbClr val="5C726F"/>
                </a:solidFill>
                <a:latin typeface="Lucida Sans Unicode"/>
                <a:cs typeface="Lucida Sans Unicode"/>
              </a:rPr>
              <a:t>directors</a:t>
            </a:r>
            <a:r>
              <a:rPr sz="1650" spc="-17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20" dirty="0">
                <a:solidFill>
                  <a:srgbClr val="5C726F"/>
                </a:solidFill>
                <a:latin typeface="Lucida Sans Unicode"/>
                <a:cs typeface="Lucida Sans Unicode"/>
              </a:rPr>
              <a:t>table</a:t>
            </a:r>
            <a:endParaRPr sz="1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9" y="731531"/>
            <a:ext cx="756285" cy="756285"/>
          </a:xfrm>
          <a:prstGeom prst="rect">
            <a:avLst/>
          </a:prstGeom>
          <a:solidFill>
            <a:srgbClr val="C26F3C"/>
          </a:solidFill>
        </p:spPr>
        <p:txBody>
          <a:bodyPr vert="horz" wrap="square" lIns="0" tIns="10033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790"/>
              </a:spcBef>
            </a:pPr>
            <a:r>
              <a:rPr sz="3350" b="1" spc="-50" dirty="0">
                <a:solidFill>
                  <a:srgbClr val="072529"/>
                </a:solidFill>
                <a:latin typeface="Arial"/>
                <a:cs typeface="Arial"/>
              </a:rPr>
              <a:t>C</a:t>
            </a:r>
            <a:endParaRPr sz="33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6900" y="1970430"/>
            <a:ext cx="212217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dirty="0">
                <a:solidFill>
                  <a:srgbClr val="DFA06A"/>
                </a:solidFill>
                <a:latin typeface="Arial"/>
                <a:cs typeface="Arial"/>
              </a:rPr>
              <a:t>BASI</a:t>
            </a:r>
            <a:r>
              <a:rPr sz="1650" b="1" spc="-10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DFA06A"/>
                </a:solidFill>
                <a:latin typeface="Arial"/>
                <a:cs typeface="Arial"/>
              </a:rPr>
              <a:t>C</a:t>
            </a:r>
            <a:r>
              <a:rPr sz="1650" b="1" spc="20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55" dirty="0">
                <a:solidFill>
                  <a:srgbClr val="DFA06A"/>
                </a:solidFill>
                <a:latin typeface="Arial"/>
                <a:cs typeface="Arial"/>
              </a:rPr>
              <a:t>RETRI</a:t>
            </a:r>
            <a:r>
              <a:rPr sz="1650" b="1" spc="-204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110" dirty="0">
                <a:solidFill>
                  <a:srgbClr val="DFA06A"/>
                </a:solidFill>
                <a:latin typeface="Arial"/>
                <a:cs typeface="Arial"/>
              </a:rPr>
              <a:t>E</a:t>
            </a:r>
            <a:r>
              <a:rPr sz="1650" b="1" spc="-23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75" dirty="0">
                <a:solidFill>
                  <a:srgbClr val="DFA06A"/>
                </a:solidFill>
                <a:latin typeface="Arial"/>
                <a:cs typeface="Arial"/>
              </a:rPr>
              <a:t>VAL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900" y="2418974"/>
            <a:ext cx="2106930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10"/>
              </a:lnSpc>
              <a:spcBef>
                <a:spcPts val="100"/>
              </a:spcBef>
            </a:pPr>
            <a:r>
              <a:rPr sz="3250" b="1" spc="-305" dirty="0">
                <a:solidFill>
                  <a:srgbClr val="FAFAF6"/>
                </a:solidFill>
                <a:latin typeface="Arial"/>
                <a:cs typeface="Arial"/>
              </a:rPr>
              <a:t>C</a:t>
            </a:r>
            <a:r>
              <a:rPr sz="3350" b="1" spc="-305" dirty="0">
                <a:solidFill>
                  <a:srgbClr val="FAFAF6"/>
                </a:solidFill>
                <a:latin typeface="Tahoma"/>
                <a:cs typeface="Tahoma"/>
              </a:rPr>
              <a:t>ount</a:t>
            </a:r>
            <a:r>
              <a:rPr sz="3350" b="1" spc="-315" dirty="0">
                <a:solidFill>
                  <a:srgbClr val="FAFAF6"/>
                </a:solidFill>
                <a:latin typeface="Tahoma"/>
                <a:cs typeface="Tahoma"/>
              </a:rPr>
              <a:t> </a:t>
            </a:r>
            <a:r>
              <a:rPr sz="3250" b="1" spc="-220" dirty="0">
                <a:solidFill>
                  <a:srgbClr val="FAFAF6"/>
                </a:solidFill>
                <a:latin typeface="Arial"/>
                <a:cs typeface="Arial"/>
              </a:rPr>
              <a:t>T</a:t>
            </a:r>
            <a:r>
              <a:rPr sz="3350" b="1" spc="-220" dirty="0">
                <a:solidFill>
                  <a:srgbClr val="FAFAF6"/>
                </a:solidFill>
                <a:latin typeface="Tahoma"/>
                <a:cs typeface="Tahoma"/>
              </a:rPr>
              <a:t>ot</a:t>
            </a:r>
            <a:r>
              <a:rPr sz="3250" b="1" spc="-220" dirty="0">
                <a:solidFill>
                  <a:srgbClr val="FAFAF6"/>
                </a:solidFill>
                <a:latin typeface="Arial"/>
                <a:cs typeface="Arial"/>
              </a:rPr>
              <a:t>a</a:t>
            </a:r>
            <a:r>
              <a:rPr sz="3350" b="1" spc="-220" dirty="0">
                <a:solidFill>
                  <a:srgbClr val="FAFAF6"/>
                </a:solidFill>
                <a:latin typeface="Tahoma"/>
                <a:cs typeface="Tahoma"/>
              </a:rPr>
              <a:t>l</a:t>
            </a:r>
            <a:endParaRPr sz="3350">
              <a:latin typeface="Tahoma"/>
              <a:cs typeface="Tahoma"/>
            </a:endParaRPr>
          </a:p>
          <a:p>
            <a:pPr marL="12700">
              <a:lnSpc>
                <a:spcPts val="3810"/>
              </a:lnSpc>
            </a:pPr>
            <a:r>
              <a:rPr sz="3250" b="1" spc="-10" dirty="0">
                <a:solidFill>
                  <a:srgbClr val="FAFAF6"/>
                </a:solidFill>
                <a:latin typeface="Arial"/>
                <a:cs typeface="Arial"/>
              </a:rPr>
              <a:t>M</a:t>
            </a:r>
            <a:r>
              <a:rPr sz="3350" b="1" spc="-10" dirty="0">
                <a:solidFill>
                  <a:srgbClr val="FAFAF6"/>
                </a:solidFill>
                <a:latin typeface="Tahoma"/>
                <a:cs typeface="Tahoma"/>
              </a:rPr>
              <a:t>ovi</a:t>
            </a:r>
            <a:r>
              <a:rPr sz="3250" b="1" spc="-10" dirty="0">
                <a:solidFill>
                  <a:srgbClr val="FAFAF6"/>
                </a:solidFill>
                <a:latin typeface="Arial"/>
                <a:cs typeface="Arial"/>
              </a:rPr>
              <a:t>e</a:t>
            </a:r>
            <a:r>
              <a:rPr sz="3350" b="1" spc="-10" dirty="0">
                <a:solidFill>
                  <a:srgbClr val="FAFAF6"/>
                </a:solidFill>
                <a:latin typeface="Tahoma"/>
                <a:cs typeface="Tahoma"/>
              </a:rPr>
              <a:t>s</a:t>
            </a:r>
            <a:endParaRPr sz="33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3796" y="1068455"/>
            <a:ext cx="4874036" cy="23057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483100" y="1346200"/>
            <a:ext cx="6515100" cy="2260600"/>
            <a:chOff x="4483100" y="1346200"/>
            <a:chExt cx="6515100" cy="22606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3100" y="1346200"/>
              <a:ext cx="6515100" cy="2260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73600" y="1498600"/>
              <a:ext cx="6146800" cy="187960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599025" y="5156200"/>
            <a:ext cx="15653385" cy="3988435"/>
            <a:chOff x="599025" y="5156200"/>
            <a:chExt cx="15653385" cy="3988435"/>
          </a:xfrm>
        </p:grpSpPr>
        <p:sp>
          <p:nvSpPr>
            <p:cNvPr id="10" name="object 10"/>
            <p:cNvSpPr/>
            <p:nvPr/>
          </p:nvSpPr>
          <p:spPr>
            <a:xfrm>
              <a:off x="609609" y="7498194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59" y="3989"/>
                  </a:lnTo>
                  <a:lnTo>
                    <a:pt x="208459" y="15538"/>
                  </a:lnTo>
                  <a:lnTo>
                    <a:pt x="164726" y="34021"/>
                  </a:lnTo>
                  <a:lnTo>
                    <a:pt x="124789" y="58808"/>
                  </a:lnTo>
                  <a:lnTo>
                    <a:pt x="89273" y="89273"/>
                  </a:lnTo>
                  <a:lnTo>
                    <a:pt x="58808" y="124789"/>
                  </a:lnTo>
                  <a:lnTo>
                    <a:pt x="34021" y="164726"/>
                  </a:lnTo>
                  <a:lnTo>
                    <a:pt x="15538" y="208459"/>
                  </a:lnTo>
                  <a:lnTo>
                    <a:pt x="3989" y="255359"/>
                  </a:lnTo>
                  <a:lnTo>
                    <a:pt x="0" y="304800"/>
                  </a:lnTo>
                  <a:lnTo>
                    <a:pt x="3989" y="354240"/>
                  </a:lnTo>
                  <a:lnTo>
                    <a:pt x="15538" y="401140"/>
                  </a:lnTo>
                  <a:lnTo>
                    <a:pt x="34021" y="444873"/>
                  </a:lnTo>
                  <a:lnTo>
                    <a:pt x="58808" y="484810"/>
                  </a:lnTo>
                  <a:lnTo>
                    <a:pt x="89273" y="520326"/>
                  </a:lnTo>
                  <a:lnTo>
                    <a:pt x="124789" y="550791"/>
                  </a:lnTo>
                  <a:lnTo>
                    <a:pt x="164726" y="575578"/>
                  </a:lnTo>
                  <a:lnTo>
                    <a:pt x="208459" y="594061"/>
                  </a:lnTo>
                  <a:lnTo>
                    <a:pt x="255359" y="605610"/>
                  </a:lnTo>
                  <a:lnTo>
                    <a:pt x="304800" y="609600"/>
                  </a:lnTo>
                  <a:lnTo>
                    <a:pt x="354240" y="605610"/>
                  </a:lnTo>
                  <a:lnTo>
                    <a:pt x="401140" y="594061"/>
                  </a:lnTo>
                  <a:lnTo>
                    <a:pt x="444873" y="575578"/>
                  </a:lnTo>
                  <a:lnTo>
                    <a:pt x="484810" y="550791"/>
                  </a:lnTo>
                  <a:lnTo>
                    <a:pt x="520326" y="520326"/>
                  </a:lnTo>
                  <a:lnTo>
                    <a:pt x="550791" y="484810"/>
                  </a:lnTo>
                  <a:lnTo>
                    <a:pt x="575578" y="444873"/>
                  </a:lnTo>
                  <a:lnTo>
                    <a:pt x="594061" y="401140"/>
                  </a:lnTo>
                  <a:lnTo>
                    <a:pt x="605610" y="354240"/>
                  </a:lnTo>
                  <a:lnTo>
                    <a:pt x="609600" y="304800"/>
                  </a:lnTo>
                  <a:lnTo>
                    <a:pt x="605610" y="255359"/>
                  </a:lnTo>
                  <a:lnTo>
                    <a:pt x="594061" y="208459"/>
                  </a:lnTo>
                  <a:lnTo>
                    <a:pt x="575578" y="164726"/>
                  </a:lnTo>
                  <a:lnTo>
                    <a:pt x="550791" y="124789"/>
                  </a:lnTo>
                  <a:lnTo>
                    <a:pt x="520326" y="89273"/>
                  </a:lnTo>
                  <a:lnTo>
                    <a:pt x="484810" y="58808"/>
                  </a:lnTo>
                  <a:lnTo>
                    <a:pt x="444873" y="34021"/>
                  </a:lnTo>
                  <a:lnTo>
                    <a:pt x="401140" y="15538"/>
                  </a:lnTo>
                  <a:lnTo>
                    <a:pt x="354240" y="3989"/>
                  </a:lnTo>
                  <a:lnTo>
                    <a:pt x="304800" y="0"/>
                  </a:lnTo>
                  <a:close/>
                </a:path>
              </a:pathLst>
            </a:custGeom>
            <a:ln w="21166">
              <a:solidFill>
                <a:srgbClr val="C26F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80179" y="7681076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496" y="316992"/>
                  </a:moveTo>
                  <a:lnTo>
                    <a:pt x="108399" y="308912"/>
                  </a:lnTo>
                  <a:lnTo>
                    <a:pt x="64890" y="286411"/>
                  </a:lnTo>
                  <a:lnTo>
                    <a:pt x="30580" y="252101"/>
                  </a:lnTo>
                  <a:lnTo>
                    <a:pt x="8080" y="208592"/>
                  </a:lnTo>
                  <a:lnTo>
                    <a:pt x="0" y="158495"/>
                  </a:lnTo>
                  <a:lnTo>
                    <a:pt x="8080" y="108398"/>
                  </a:lnTo>
                  <a:lnTo>
                    <a:pt x="30580" y="64890"/>
                  </a:lnTo>
                  <a:lnTo>
                    <a:pt x="64890" y="30580"/>
                  </a:lnTo>
                  <a:lnTo>
                    <a:pt x="108399" y="8080"/>
                  </a:lnTo>
                  <a:lnTo>
                    <a:pt x="158496" y="0"/>
                  </a:lnTo>
                  <a:lnTo>
                    <a:pt x="208593" y="8080"/>
                  </a:lnTo>
                  <a:lnTo>
                    <a:pt x="252101" y="30580"/>
                  </a:lnTo>
                  <a:lnTo>
                    <a:pt x="286411" y="64890"/>
                  </a:lnTo>
                  <a:lnTo>
                    <a:pt x="308911" y="108398"/>
                  </a:lnTo>
                  <a:lnTo>
                    <a:pt x="316991" y="158495"/>
                  </a:lnTo>
                  <a:lnTo>
                    <a:pt x="308911" y="208592"/>
                  </a:lnTo>
                  <a:lnTo>
                    <a:pt x="286411" y="252101"/>
                  </a:lnTo>
                  <a:lnTo>
                    <a:pt x="252101" y="286411"/>
                  </a:lnTo>
                  <a:lnTo>
                    <a:pt x="208593" y="308912"/>
                  </a:lnTo>
                  <a:lnTo>
                    <a:pt x="158496" y="316992"/>
                  </a:lnTo>
                  <a:close/>
                </a:path>
              </a:pathLst>
            </a:custGeom>
            <a:solidFill>
              <a:srgbClr val="C26F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84382" y="8193148"/>
              <a:ext cx="12167870" cy="951230"/>
            </a:xfrm>
            <a:custGeom>
              <a:avLst/>
              <a:gdLst/>
              <a:ahLst/>
              <a:cxnLst/>
              <a:rect l="l" t="t" r="r" b="b"/>
              <a:pathLst>
                <a:path w="12167869" h="951229">
                  <a:moveTo>
                    <a:pt x="12167743" y="950976"/>
                  </a:moveTo>
                  <a:lnTo>
                    <a:pt x="0" y="950976"/>
                  </a:lnTo>
                  <a:lnTo>
                    <a:pt x="0" y="0"/>
                  </a:lnTo>
                  <a:lnTo>
                    <a:pt x="12167743" y="0"/>
                  </a:lnTo>
                  <a:lnTo>
                    <a:pt x="12167743" y="950976"/>
                  </a:lnTo>
                  <a:close/>
                </a:path>
              </a:pathLst>
            </a:custGeom>
            <a:solidFill>
              <a:srgbClr val="D6EC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28832" y="8578761"/>
              <a:ext cx="570865" cy="177800"/>
            </a:xfrm>
            <a:custGeom>
              <a:avLst/>
              <a:gdLst/>
              <a:ahLst/>
              <a:cxnLst/>
              <a:rect l="l" t="t" r="r" b="b"/>
              <a:pathLst>
                <a:path w="570864" h="177800">
                  <a:moveTo>
                    <a:pt x="142735" y="0"/>
                  </a:moveTo>
                  <a:lnTo>
                    <a:pt x="5003" y="0"/>
                  </a:lnTo>
                  <a:lnTo>
                    <a:pt x="0" y="19964"/>
                  </a:lnTo>
                  <a:lnTo>
                    <a:pt x="57899" y="19964"/>
                  </a:lnTo>
                  <a:lnTo>
                    <a:pt x="19202" y="174904"/>
                  </a:lnTo>
                  <a:lnTo>
                    <a:pt x="41414" y="174904"/>
                  </a:lnTo>
                  <a:lnTo>
                    <a:pt x="80111" y="19964"/>
                  </a:lnTo>
                  <a:lnTo>
                    <a:pt x="137731" y="19964"/>
                  </a:lnTo>
                  <a:lnTo>
                    <a:pt x="142735" y="0"/>
                  </a:lnTo>
                  <a:close/>
                </a:path>
                <a:path w="570864" h="177800">
                  <a:moveTo>
                    <a:pt x="247383" y="50482"/>
                  </a:moveTo>
                  <a:lnTo>
                    <a:pt x="226174" y="50482"/>
                  </a:lnTo>
                  <a:lnTo>
                    <a:pt x="206730" y="128181"/>
                  </a:lnTo>
                  <a:lnTo>
                    <a:pt x="203415" y="135356"/>
                  </a:lnTo>
                  <a:lnTo>
                    <a:pt x="194386" y="147015"/>
                  </a:lnTo>
                  <a:lnTo>
                    <a:pt x="189204" y="151333"/>
                  </a:lnTo>
                  <a:lnTo>
                    <a:pt x="177495" y="156997"/>
                  </a:lnTo>
                  <a:lnTo>
                    <a:pt x="171208" y="158407"/>
                  </a:lnTo>
                  <a:lnTo>
                    <a:pt x="155740" y="158407"/>
                  </a:lnTo>
                  <a:lnTo>
                    <a:pt x="149339" y="155956"/>
                  </a:lnTo>
                  <a:lnTo>
                    <a:pt x="145288" y="151041"/>
                  </a:lnTo>
                  <a:lnTo>
                    <a:pt x="142925" y="146659"/>
                  </a:lnTo>
                  <a:lnTo>
                    <a:pt x="141922" y="140855"/>
                  </a:lnTo>
                  <a:lnTo>
                    <a:pt x="142252" y="133642"/>
                  </a:lnTo>
                  <a:lnTo>
                    <a:pt x="143941" y="125006"/>
                  </a:lnTo>
                  <a:lnTo>
                    <a:pt x="162547" y="50482"/>
                  </a:lnTo>
                  <a:lnTo>
                    <a:pt x="141287" y="50482"/>
                  </a:lnTo>
                  <a:lnTo>
                    <a:pt x="121958" y="127711"/>
                  </a:lnTo>
                  <a:lnTo>
                    <a:pt x="120307" y="135864"/>
                  </a:lnTo>
                  <a:lnTo>
                    <a:pt x="119583" y="143268"/>
                  </a:lnTo>
                  <a:lnTo>
                    <a:pt x="119773" y="149936"/>
                  </a:lnTo>
                  <a:lnTo>
                    <a:pt x="146494" y="177203"/>
                  </a:lnTo>
                  <a:lnTo>
                    <a:pt x="155244" y="177203"/>
                  </a:lnTo>
                  <a:lnTo>
                    <a:pt x="195732" y="159410"/>
                  </a:lnTo>
                  <a:lnTo>
                    <a:pt x="200025" y="153987"/>
                  </a:lnTo>
                  <a:lnTo>
                    <a:pt x="200545" y="153987"/>
                  </a:lnTo>
                  <a:lnTo>
                    <a:pt x="199097" y="162433"/>
                  </a:lnTo>
                  <a:lnTo>
                    <a:pt x="197904" y="174904"/>
                  </a:lnTo>
                  <a:lnTo>
                    <a:pt x="217754" y="174904"/>
                  </a:lnTo>
                  <a:lnTo>
                    <a:pt x="222529" y="149948"/>
                  </a:lnTo>
                  <a:lnTo>
                    <a:pt x="247383" y="50482"/>
                  </a:lnTo>
                  <a:close/>
                </a:path>
                <a:path w="570864" h="177800">
                  <a:moveTo>
                    <a:pt x="337794" y="49009"/>
                  </a:moveTo>
                  <a:lnTo>
                    <a:pt x="331736" y="47891"/>
                  </a:lnTo>
                  <a:lnTo>
                    <a:pt x="319417" y="47777"/>
                  </a:lnTo>
                  <a:lnTo>
                    <a:pt x="311569" y="49911"/>
                  </a:lnTo>
                  <a:lnTo>
                    <a:pt x="284721" y="72694"/>
                  </a:lnTo>
                  <a:lnTo>
                    <a:pt x="284187" y="72694"/>
                  </a:lnTo>
                  <a:lnTo>
                    <a:pt x="288556" y="50482"/>
                  </a:lnTo>
                  <a:lnTo>
                    <a:pt x="268516" y="50482"/>
                  </a:lnTo>
                  <a:lnTo>
                    <a:pt x="237413" y="174904"/>
                  </a:lnTo>
                  <a:lnTo>
                    <a:pt x="258622" y="174904"/>
                  </a:lnTo>
                  <a:lnTo>
                    <a:pt x="277177" y="100711"/>
                  </a:lnTo>
                  <a:lnTo>
                    <a:pt x="280631" y="93091"/>
                  </a:lnTo>
                  <a:lnTo>
                    <a:pt x="289979" y="80403"/>
                  </a:lnTo>
                  <a:lnTo>
                    <a:pt x="295427" y="75603"/>
                  </a:lnTo>
                  <a:lnTo>
                    <a:pt x="307873" y="69037"/>
                  </a:lnTo>
                  <a:lnTo>
                    <a:pt x="314413" y="67386"/>
                  </a:lnTo>
                  <a:lnTo>
                    <a:pt x="325843" y="67386"/>
                  </a:lnTo>
                  <a:lnTo>
                    <a:pt x="329730" y="67805"/>
                  </a:lnTo>
                  <a:lnTo>
                    <a:pt x="332905" y="68630"/>
                  </a:lnTo>
                  <a:lnTo>
                    <a:pt x="337794" y="49009"/>
                  </a:lnTo>
                  <a:close/>
                </a:path>
                <a:path w="570864" h="177800">
                  <a:moveTo>
                    <a:pt x="456158" y="80975"/>
                  </a:moveTo>
                  <a:lnTo>
                    <a:pt x="429399" y="48234"/>
                  </a:lnTo>
                  <a:lnTo>
                    <a:pt x="420217" y="47536"/>
                  </a:lnTo>
                  <a:lnTo>
                    <a:pt x="413753" y="47929"/>
                  </a:lnTo>
                  <a:lnTo>
                    <a:pt x="378523" y="66103"/>
                  </a:lnTo>
                  <a:lnTo>
                    <a:pt x="373913" y="71399"/>
                  </a:lnTo>
                  <a:lnTo>
                    <a:pt x="373392" y="71399"/>
                  </a:lnTo>
                  <a:lnTo>
                    <a:pt x="377456" y="50482"/>
                  </a:lnTo>
                  <a:lnTo>
                    <a:pt x="357416" y="50482"/>
                  </a:lnTo>
                  <a:lnTo>
                    <a:pt x="326313" y="174904"/>
                  </a:lnTo>
                  <a:lnTo>
                    <a:pt x="347522" y="174904"/>
                  </a:lnTo>
                  <a:lnTo>
                    <a:pt x="366649" y="98323"/>
                  </a:lnTo>
                  <a:lnTo>
                    <a:pt x="370179" y="90932"/>
                  </a:lnTo>
                  <a:lnTo>
                    <a:pt x="380047" y="78600"/>
                  </a:lnTo>
                  <a:lnTo>
                    <a:pt x="385635" y="73990"/>
                  </a:lnTo>
                  <a:lnTo>
                    <a:pt x="398132" y="67856"/>
                  </a:lnTo>
                  <a:lnTo>
                    <a:pt x="404456" y="66332"/>
                  </a:lnTo>
                  <a:lnTo>
                    <a:pt x="419176" y="66332"/>
                  </a:lnTo>
                  <a:lnTo>
                    <a:pt x="425361" y="68770"/>
                  </a:lnTo>
                  <a:lnTo>
                    <a:pt x="433489" y="78498"/>
                  </a:lnTo>
                  <a:lnTo>
                    <a:pt x="434340" y="85712"/>
                  </a:lnTo>
                  <a:lnTo>
                    <a:pt x="412026" y="174904"/>
                  </a:lnTo>
                  <a:lnTo>
                    <a:pt x="433476" y="174904"/>
                  </a:lnTo>
                  <a:lnTo>
                    <a:pt x="454507" y="90779"/>
                  </a:lnTo>
                  <a:lnTo>
                    <a:pt x="456158" y="80975"/>
                  </a:lnTo>
                  <a:close/>
                </a:path>
                <a:path w="570864" h="177800">
                  <a:moveTo>
                    <a:pt x="570547" y="73533"/>
                  </a:moveTo>
                  <a:lnTo>
                    <a:pt x="538695" y="47536"/>
                  </a:lnTo>
                  <a:lnTo>
                    <a:pt x="530606" y="47536"/>
                  </a:lnTo>
                  <a:lnTo>
                    <a:pt x="489191" y="59931"/>
                  </a:lnTo>
                  <a:lnTo>
                    <a:pt x="471208" y="92659"/>
                  </a:lnTo>
                  <a:lnTo>
                    <a:pt x="472122" y="99949"/>
                  </a:lnTo>
                  <a:lnTo>
                    <a:pt x="522452" y="123596"/>
                  </a:lnTo>
                  <a:lnTo>
                    <a:pt x="526681" y="125006"/>
                  </a:lnTo>
                  <a:lnTo>
                    <a:pt x="532650" y="127838"/>
                  </a:lnTo>
                  <a:lnTo>
                    <a:pt x="534695" y="129692"/>
                  </a:lnTo>
                  <a:lnTo>
                    <a:pt x="536892" y="134289"/>
                  </a:lnTo>
                  <a:lnTo>
                    <a:pt x="537006" y="137198"/>
                  </a:lnTo>
                  <a:lnTo>
                    <a:pt x="535241" y="144310"/>
                  </a:lnTo>
                  <a:lnTo>
                    <a:pt x="511251" y="159118"/>
                  </a:lnTo>
                  <a:lnTo>
                    <a:pt x="496798" y="159118"/>
                  </a:lnTo>
                  <a:lnTo>
                    <a:pt x="490080" y="157149"/>
                  </a:lnTo>
                  <a:lnTo>
                    <a:pt x="480415" y="149301"/>
                  </a:lnTo>
                  <a:lnTo>
                    <a:pt x="478155" y="143776"/>
                  </a:lnTo>
                  <a:lnTo>
                    <a:pt x="478472" y="136664"/>
                  </a:lnTo>
                  <a:lnTo>
                    <a:pt x="456615" y="141262"/>
                  </a:lnTo>
                  <a:lnTo>
                    <a:pt x="481672" y="174726"/>
                  </a:lnTo>
                  <a:lnTo>
                    <a:pt x="499795" y="177025"/>
                  </a:lnTo>
                  <a:lnTo>
                    <a:pt x="507161" y="176720"/>
                  </a:lnTo>
                  <a:lnTo>
                    <a:pt x="552958" y="153073"/>
                  </a:lnTo>
                  <a:lnTo>
                    <a:pt x="560006" y="132740"/>
                  </a:lnTo>
                  <a:lnTo>
                    <a:pt x="559904" y="127317"/>
                  </a:lnTo>
                  <a:lnTo>
                    <a:pt x="507301" y="99847"/>
                  </a:lnTo>
                  <a:lnTo>
                    <a:pt x="502996" y="98196"/>
                  </a:lnTo>
                  <a:lnTo>
                    <a:pt x="497459" y="94665"/>
                  </a:lnTo>
                  <a:lnTo>
                    <a:pt x="495757" y="92786"/>
                  </a:lnTo>
                  <a:lnTo>
                    <a:pt x="494411" y="88734"/>
                  </a:lnTo>
                  <a:lnTo>
                    <a:pt x="494474" y="86169"/>
                  </a:lnTo>
                  <a:lnTo>
                    <a:pt x="520573" y="65570"/>
                  </a:lnTo>
                  <a:lnTo>
                    <a:pt x="533374" y="65570"/>
                  </a:lnTo>
                  <a:lnTo>
                    <a:pt x="539419" y="67373"/>
                  </a:lnTo>
                  <a:lnTo>
                    <a:pt x="547636" y="74599"/>
                  </a:lnTo>
                  <a:lnTo>
                    <a:pt x="549656" y="79387"/>
                  </a:lnTo>
                  <a:lnTo>
                    <a:pt x="549579" y="85356"/>
                  </a:lnTo>
                  <a:lnTo>
                    <a:pt x="570191" y="80403"/>
                  </a:lnTo>
                  <a:lnTo>
                    <a:pt x="570547" y="73533"/>
                  </a:lnTo>
                  <a:close/>
                </a:path>
              </a:pathLst>
            </a:custGeom>
            <a:solidFill>
              <a:srgbClr val="0A3C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49965" y="8626056"/>
              <a:ext cx="120669" cy="13031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545251" y="8574163"/>
              <a:ext cx="603250" cy="182245"/>
            </a:xfrm>
            <a:custGeom>
              <a:avLst/>
              <a:gdLst/>
              <a:ahLst/>
              <a:cxnLst/>
              <a:rect l="l" t="t" r="r" b="b"/>
              <a:pathLst>
                <a:path w="603250" h="182245">
                  <a:moveTo>
                    <a:pt x="187871" y="55079"/>
                  </a:moveTo>
                  <a:lnTo>
                    <a:pt x="164477" y="55079"/>
                  </a:lnTo>
                  <a:lnTo>
                    <a:pt x="111404" y="158229"/>
                  </a:lnTo>
                  <a:lnTo>
                    <a:pt x="110642" y="158229"/>
                  </a:lnTo>
                  <a:lnTo>
                    <a:pt x="105397" y="55079"/>
                  </a:lnTo>
                  <a:lnTo>
                    <a:pt x="81356" y="55079"/>
                  </a:lnTo>
                  <a:lnTo>
                    <a:pt x="26212" y="156819"/>
                  </a:lnTo>
                  <a:lnTo>
                    <a:pt x="25692" y="156819"/>
                  </a:lnTo>
                  <a:lnTo>
                    <a:pt x="23863" y="55079"/>
                  </a:lnTo>
                  <a:lnTo>
                    <a:pt x="0" y="55079"/>
                  </a:lnTo>
                  <a:lnTo>
                    <a:pt x="5778" y="179501"/>
                  </a:lnTo>
                  <a:lnTo>
                    <a:pt x="31521" y="179501"/>
                  </a:lnTo>
                  <a:lnTo>
                    <a:pt x="87426" y="77520"/>
                  </a:lnTo>
                  <a:lnTo>
                    <a:pt x="88366" y="77520"/>
                  </a:lnTo>
                  <a:lnTo>
                    <a:pt x="92900" y="179501"/>
                  </a:lnTo>
                  <a:lnTo>
                    <a:pt x="119646" y="179501"/>
                  </a:lnTo>
                  <a:lnTo>
                    <a:pt x="187871" y="55079"/>
                  </a:lnTo>
                  <a:close/>
                </a:path>
                <a:path w="603250" h="182245">
                  <a:moveTo>
                    <a:pt x="300050" y="85572"/>
                  </a:moveTo>
                  <a:lnTo>
                    <a:pt x="274383" y="52832"/>
                  </a:lnTo>
                  <a:lnTo>
                    <a:pt x="265315" y="52133"/>
                  </a:lnTo>
                  <a:lnTo>
                    <a:pt x="258165" y="52552"/>
                  </a:lnTo>
                  <a:lnTo>
                    <a:pt x="222338" y="71983"/>
                  </a:lnTo>
                  <a:lnTo>
                    <a:pt x="217843" y="77762"/>
                  </a:lnTo>
                  <a:lnTo>
                    <a:pt x="217309" y="77762"/>
                  </a:lnTo>
                  <a:lnTo>
                    <a:pt x="236753" y="0"/>
                  </a:lnTo>
                  <a:lnTo>
                    <a:pt x="215480" y="0"/>
                  </a:lnTo>
                  <a:lnTo>
                    <a:pt x="170586" y="179501"/>
                  </a:lnTo>
                  <a:lnTo>
                    <a:pt x="191858" y="179501"/>
                  </a:lnTo>
                  <a:lnTo>
                    <a:pt x="210693" y="104216"/>
                  </a:lnTo>
                  <a:lnTo>
                    <a:pt x="214287" y="96735"/>
                  </a:lnTo>
                  <a:lnTo>
                    <a:pt x="224332" y="84010"/>
                  </a:lnTo>
                  <a:lnTo>
                    <a:pt x="230009" y="79197"/>
                  </a:lnTo>
                  <a:lnTo>
                    <a:pt x="242697" y="72631"/>
                  </a:lnTo>
                  <a:lnTo>
                    <a:pt x="248996" y="70980"/>
                  </a:lnTo>
                  <a:lnTo>
                    <a:pt x="263575" y="70980"/>
                  </a:lnTo>
                  <a:lnTo>
                    <a:pt x="269722" y="73418"/>
                  </a:lnTo>
                  <a:lnTo>
                    <a:pt x="277647" y="83121"/>
                  </a:lnTo>
                  <a:lnTo>
                    <a:pt x="278434" y="90309"/>
                  </a:lnTo>
                  <a:lnTo>
                    <a:pt x="256133" y="179501"/>
                  </a:lnTo>
                  <a:lnTo>
                    <a:pt x="277342" y="179501"/>
                  </a:lnTo>
                  <a:lnTo>
                    <a:pt x="298373" y="95377"/>
                  </a:lnTo>
                  <a:lnTo>
                    <a:pt x="300050" y="85572"/>
                  </a:lnTo>
                  <a:close/>
                </a:path>
                <a:path w="603250" h="182245">
                  <a:moveTo>
                    <a:pt x="431380" y="98463"/>
                  </a:moveTo>
                  <a:lnTo>
                    <a:pt x="413410" y="59969"/>
                  </a:lnTo>
                  <a:lnTo>
                    <a:pt x="409409" y="57734"/>
                  </a:lnTo>
                  <a:lnTo>
                    <a:pt x="409409" y="100012"/>
                  </a:lnTo>
                  <a:lnTo>
                    <a:pt x="408914" y="108064"/>
                  </a:lnTo>
                  <a:lnTo>
                    <a:pt x="391185" y="148539"/>
                  </a:lnTo>
                  <a:lnTo>
                    <a:pt x="364223" y="163830"/>
                  </a:lnTo>
                  <a:lnTo>
                    <a:pt x="347611" y="163830"/>
                  </a:lnTo>
                  <a:lnTo>
                    <a:pt x="325501" y="134429"/>
                  </a:lnTo>
                  <a:lnTo>
                    <a:pt x="326009" y="126326"/>
                  </a:lnTo>
                  <a:lnTo>
                    <a:pt x="343814" y="86029"/>
                  </a:lnTo>
                  <a:lnTo>
                    <a:pt x="371030" y="70751"/>
                  </a:lnTo>
                  <a:lnTo>
                    <a:pt x="387527" y="70751"/>
                  </a:lnTo>
                  <a:lnTo>
                    <a:pt x="394093" y="72720"/>
                  </a:lnTo>
                  <a:lnTo>
                    <a:pt x="403745" y="80568"/>
                  </a:lnTo>
                  <a:lnTo>
                    <a:pt x="406806" y="86029"/>
                  </a:lnTo>
                  <a:lnTo>
                    <a:pt x="409409" y="100012"/>
                  </a:lnTo>
                  <a:lnTo>
                    <a:pt x="409409" y="57734"/>
                  </a:lnTo>
                  <a:lnTo>
                    <a:pt x="407111" y="56438"/>
                  </a:lnTo>
                  <a:lnTo>
                    <a:pt x="400100" y="53911"/>
                  </a:lnTo>
                  <a:lnTo>
                    <a:pt x="392379" y="52400"/>
                  </a:lnTo>
                  <a:lnTo>
                    <a:pt x="383959" y="51904"/>
                  </a:lnTo>
                  <a:lnTo>
                    <a:pt x="375196" y="52400"/>
                  </a:lnTo>
                  <a:lnTo>
                    <a:pt x="335470" y="69723"/>
                  </a:lnTo>
                  <a:lnTo>
                    <a:pt x="309422" y="107670"/>
                  </a:lnTo>
                  <a:lnTo>
                    <a:pt x="309308" y="108064"/>
                  </a:lnTo>
                  <a:lnTo>
                    <a:pt x="306539" y="117170"/>
                  </a:lnTo>
                  <a:lnTo>
                    <a:pt x="304660" y="126695"/>
                  </a:lnTo>
                  <a:lnTo>
                    <a:pt x="303999" y="134429"/>
                  </a:lnTo>
                  <a:lnTo>
                    <a:pt x="303911" y="136004"/>
                  </a:lnTo>
                  <a:lnTo>
                    <a:pt x="304253" y="143903"/>
                  </a:lnTo>
                  <a:lnTo>
                    <a:pt x="328028" y="177736"/>
                  </a:lnTo>
                  <a:lnTo>
                    <a:pt x="351383" y="182206"/>
                  </a:lnTo>
                  <a:lnTo>
                    <a:pt x="360057" y="181711"/>
                  </a:lnTo>
                  <a:lnTo>
                    <a:pt x="399656" y="164604"/>
                  </a:lnTo>
                  <a:lnTo>
                    <a:pt x="400494" y="163830"/>
                  </a:lnTo>
                  <a:lnTo>
                    <a:pt x="406247" y="158521"/>
                  </a:lnTo>
                  <a:lnTo>
                    <a:pt x="428790" y="117170"/>
                  </a:lnTo>
                  <a:lnTo>
                    <a:pt x="431317" y="100012"/>
                  </a:lnTo>
                  <a:lnTo>
                    <a:pt x="431380" y="98463"/>
                  </a:lnTo>
                  <a:close/>
                </a:path>
                <a:path w="603250" h="182245">
                  <a:moveTo>
                    <a:pt x="490931" y="0"/>
                  </a:moveTo>
                  <a:lnTo>
                    <a:pt x="469658" y="0"/>
                  </a:lnTo>
                  <a:lnTo>
                    <a:pt x="424764" y="179501"/>
                  </a:lnTo>
                  <a:lnTo>
                    <a:pt x="446036" y="179501"/>
                  </a:lnTo>
                  <a:lnTo>
                    <a:pt x="490931" y="0"/>
                  </a:lnTo>
                  <a:close/>
                </a:path>
                <a:path w="603250" h="182245">
                  <a:moveTo>
                    <a:pt x="603186" y="93421"/>
                  </a:moveTo>
                  <a:lnTo>
                    <a:pt x="602399" y="85305"/>
                  </a:lnTo>
                  <a:lnTo>
                    <a:pt x="600544" y="77863"/>
                  </a:lnTo>
                  <a:lnTo>
                    <a:pt x="600481" y="77724"/>
                  </a:lnTo>
                  <a:lnTo>
                    <a:pt x="597611" y="71297"/>
                  </a:lnTo>
                  <a:lnTo>
                    <a:pt x="597192" y="70688"/>
                  </a:lnTo>
                  <a:lnTo>
                    <a:pt x="593623" y="65582"/>
                  </a:lnTo>
                  <a:lnTo>
                    <a:pt x="588556" y="60731"/>
                  </a:lnTo>
                  <a:lnTo>
                    <a:pt x="582714" y="56997"/>
                  </a:lnTo>
                  <a:lnTo>
                    <a:pt x="582714" y="97904"/>
                  </a:lnTo>
                  <a:lnTo>
                    <a:pt x="582650" y="98247"/>
                  </a:lnTo>
                  <a:lnTo>
                    <a:pt x="581609" y="104736"/>
                  </a:lnTo>
                  <a:lnTo>
                    <a:pt x="509816" y="104736"/>
                  </a:lnTo>
                  <a:lnTo>
                    <a:pt x="541274" y="72364"/>
                  </a:lnTo>
                  <a:lnTo>
                    <a:pt x="547814" y="70688"/>
                  </a:lnTo>
                  <a:lnTo>
                    <a:pt x="560768" y="70688"/>
                  </a:lnTo>
                  <a:lnTo>
                    <a:pt x="580250" y="86829"/>
                  </a:lnTo>
                  <a:lnTo>
                    <a:pt x="582256" y="91935"/>
                  </a:lnTo>
                  <a:lnTo>
                    <a:pt x="582371" y="93421"/>
                  </a:lnTo>
                  <a:lnTo>
                    <a:pt x="582714" y="97904"/>
                  </a:lnTo>
                  <a:lnTo>
                    <a:pt x="582714" y="56997"/>
                  </a:lnTo>
                  <a:lnTo>
                    <a:pt x="582523" y="56870"/>
                  </a:lnTo>
                  <a:lnTo>
                    <a:pt x="575627" y="54102"/>
                  </a:lnTo>
                  <a:lnTo>
                    <a:pt x="567639" y="52400"/>
                  </a:lnTo>
                  <a:lnTo>
                    <a:pt x="567105" y="52400"/>
                  </a:lnTo>
                  <a:lnTo>
                    <a:pt x="559219" y="51904"/>
                  </a:lnTo>
                  <a:lnTo>
                    <a:pt x="519480" y="64414"/>
                  </a:lnTo>
                  <a:lnTo>
                    <a:pt x="490943" y="98247"/>
                  </a:lnTo>
                  <a:lnTo>
                    <a:pt x="482727" y="125818"/>
                  </a:lnTo>
                  <a:lnTo>
                    <a:pt x="481926" y="134569"/>
                  </a:lnTo>
                  <a:lnTo>
                    <a:pt x="499071" y="173850"/>
                  </a:lnTo>
                  <a:lnTo>
                    <a:pt x="528472" y="182029"/>
                  </a:lnTo>
                  <a:lnTo>
                    <a:pt x="535063" y="181749"/>
                  </a:lnTo>
                  <a:lnTo>
                    <a:pt x="576084" y="163715"/>
                  </a:lnTo>
                  <a:lnTo>
                    <a:pt x="590384" y="145161"/>
                  </a:lnTo>
                  <a:lnTo>
                    <a:pt x="572655" y="139788"/>
                  </a:lnTo>
                  <a:lnTo>
                    <a:pt x="568172" y="147650"/>
                  </a:lnTo>
                  <a:lnTo>
                    <a:pt x="562737" y="153593"/>
                  </a:lnTo>
                  <a:lnTo>
                    <a:pt x="549935" y="161683"/>
                  </a:lnTo>
                  <a:lnTo>
                    <a:pt x="542683" y="163715"/>
                  </a:lnTo>
                  <a:lnTo>
                    <a:pt x="526427" y="163715"/>
                  </a:lnTo>
                  <a:lnTo>
                    <a:pt x="519518" y="161683"/>
                  </a:lnTo>
                  <a:lnTo>
                    <a:pt x="519684" y="161683"/>
                  </a:lnTo>
                  <a:lnTo>
                    <a:pt x="514680" y="157886"/>
                  </a:lnTo>
                  <a:lnTo>
                    <a:pt x="509612" y="153949"/>
                  </a:lnTo>
                  <a:lnTo>
                    <a:pt x="506399" y="148412"/>
                  </a:lnTo>
                  <a:lnTo>
                    <a:pt x="505028" y="141262"/>
                  </a:lnTo>
                  <a:lnTo>
                    <a:pt x="503694" y="134073"/>
                  </a:lnTo>
                  <a:lnTo>
                    <a:pt x="504342" y="125818"/>
                  </a:lnTo>
                  <a:lnTo>
                    <a:pt x="504393" y="125628"/>
                  </a:lnTo>
                  <a:lnTo>
                    <a:pt x="505752" y="120764"/>
                  </a:lnTo>
                  <a:lnTo>
                    <a:pt x="598627" y="120764"/>
                  </a:lnTo>
                  <a:lnTo>
                    <a:pt x="601294" y="111150"/>
                  </a:lnTo>
                  <a:lnTo>
                    <a:pt x="601421" y="110401"/>
                  </a:lnTo>
                  <a:lnTo>
                    <a:pt x="602818" y="102031"/>
                  </a:lnTo>
                  <a:lnTo>
                    <a:pt x="603186" y="93421"/>
                  </a:lnTo>
                  <a:close/>
                </a:path>
              </a:pathLst>
            </a:custGeom>
            <a:solidFill>
              <a:srgbClr val="0A3C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13972" y="8574096"/>
              <a:ext cx="3262856" cy="23063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31269" y="8574155"/>
              <a:ext cx="1745664" cy="18221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96134" y="8864221"/>
              <a:ext cx="1120276" cy="13349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83100" y="5156200"/>
              <a:ext cx="6515100" cy="17780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73600" y="5321300"/>
              <a:ext cx="6146800" cy="139700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041900" y="1737823"/>
            <a:ext cx="3632200" cy="73660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SELECT</a:t>
            </a:r>
            <a:r>
              <a:rPr sz="1900" spc="-35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75" dirty="0">
                <a:solidFill>
                  <a:srgbClr val="D6ECE9"/>
                </a:solidFill>
                <a:latin typeface="Lucida Sans Unicode"/>
                <a:cs typeface="Lucida Sans Unicode"/>
              </a:rPr>
              <a:t>COUNT(*)</a:t>
            </a: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D6ECE9"/>
                </a:solidFill>
                <a:latin typeface="Lucida Sans Unicode"/>
                <a:cs typeface="Lucida Sans Unicode"/>
              </a:rPr>
              <a:t>AS</a:t>
            </a:r>
            <a:r>
              <a:rPr sz="1900" spc="-18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30" dirty="0">
                <a:solidFill>
                  <a:srgbClr val="D6ECE9"/>
                </a:solidFill>
                <a:latin typeface="Lucida Sans Unicode"/>
                <a:cs typeface="Lucida Sans Unicode"/>
              </a:rPr>
              <a:t>total_movies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900" spc="-65" dirty="0">
                <a:solidFill>
                  <a:srgbClr val="D6ECE9"/>
                </a:solidFill>
                <a:latin typeface="Lucida Sans Unicode"/>
                <a:cs typeface="Lucida Sans Unicode"/>
              </a:rPr>
              <a:t>FROM</a:t>
            </a:r>
            <a:r>
              <a:rPr sz="1900" spc="-22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D6ECE9"/>
                </a:solidFill>
                <a:latin typeface="Lucida Sans Unicode"/>
                <a:cs typeface="Lucida Sans Unicode"/>
              </a:rPr>
              <a:t>movies;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spc="-434" dirty="0"/>
              <a:t>5</a:t>
            </a:fld>
            <a:endParaRPr spc="-434" dirty="0"/>
          </a:p>
        </p:txBody>
      </p:sp>
      <p:sp>
        <p:nvSpPr>
          <p:cNvPr id="22" name="object 22"/>
          <p:cNvSpPr txBox="1"/>
          <p:nvPr/>
        </p:nvSpPr>
        <p:spPr>
          <a:xfrm>
            <a:off x="11137900" y="1527651"/>
            <a:ext cx="1879600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40" dirty="0">
                <a:solidFill>
                  <a:srgbClr val="C26F3C"/>
                </a:solidFill>
                <a:latin typeface="Arial"/>
                <a:cs typeface="Arial"/>
              </a:rPr>
              <a:t>H</a:t>
            </a:r>
            <a:r>
              <a:rPr sz="1550" b="1" spc="-13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45" dirty="0">
                <a:solidFill>
                  <a:srgbClr val="C26F3C"/>
                </a:solidFill>
                <a:latin typeface="Arial"/>
                <a:cs typeface="Arial"/>
              </a:rPr>
              <a:t>O</a:t>
            </a:r>
            <a:r>
              <a:rPr sz="1550" b="1" spc="-204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290" dirty="0">
                <a:solidFill>
                  <a:srgbClr val="C26F3C"/>
                </a:solidFill>
                <a:latin typeface="Arial"/>
                <a:cs typeface="Arial"/>
              </a:rPr>
              <a:t>W</a:t>
            </a:r>
            <a:r>
              <a:rPr sz="1550" b="1" spc="31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90" dirty="0">
                <a:solidFill>
                  <a:srgbClr val="C26F3C"/>
                </a:solidFill>
                <a:latin typeface="Arial"/>
                <a:cs typeface="Arial"/>
              </a:rPr>
              <a:t>I</a:t>
            </a:r>
            <a:r>
              <a:rPr sz="1550" b="1" spc="-17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55" dirty="0">
                <a:solidFill>
                  <a:srgbClr val="C26F3C"/>
                </a:solidFill>
                <a:latin typeface="Arial"/>
                <a:cs typeface="Arial"/>
              </a:rPr>
              <a:t>T</a:t>
            </a:r>
            <a:r>
              <a:rPr sz="1550" b="1" spc="47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145" dirty="0">
                <a:solidFill>
                  <a:srgbClr val="C26F3C"/>
                </a:solidFill>
                <a:latin typeface="Arial"/>
                <a:cs typeface="Arial"/>
              </a:rPr>
              <a:t>WO</a:t>
            </a:r>
            <a:r>
              <a:rPr sz="1550" b="1" spc="-21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35" dirty="0">
                <a:solidFill>
                  <a:srgbClr val="C26F3C"/>
                </a:solidFill>
                <a:latin typeface="Arial"/>
                <a:cs typeface="Arial"/>
              </a:rPr>
              <a:t>KS</a:t>
            </a:r>
            <a:endParaRPr sz="15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137900" y="1890814"/>
            <a:ext cx="4718050" cy="1597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54000" marR="5080" indent="-241300">
              <a:lnSpc>
                <a:spcPts val="2000"/>
              </a:lnSpc>
              <a:spcBef>
                <a:spcPts val="310"/>
              </a:spcBef>
              <a:buChar char="•"/>
              <a:tabLst>
                <a:tab pos="254000" algn="l"/>
              </a:tabLst>
            </a:pPr>
            <a:r>
              <a:rPr sz="1800" spc="-55" dirty="0">
                <a:solidFill>
                  <a:srgbClr val="202F2E"/>
                </a:solidFill>
                <a:latin typeface="Lucida Sans Unicode"/>
                <a:cs typeface="Lucida Sans Unicode"/>
              </a:rPr>
              <a:t>COUNT(*)</a:t>
            </a:r>
            <a:r>
              <a:rPr sz="1800" spc="-7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1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5" dirty="0">
                <a:solidFill>
                  <a:srgbClr val="202F2E"/>
                </a:solidFill>
                <a:latin typeface="Lucida Sans Unicode"/>
                <a:cs typeface="Lucida Sans Unicode"/>
              </a:rPr>
              <a:t>an</a:t>
            </a:r>
            <a:r>
              <a:rPr sz="1800" spc="-17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aggregate</a:t>
            </a:r>
            <a:r>
              <a:rPr sz="1800" spc="-2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5" dirty="0">
                <a:solidFill>
                  <a:srgbClr val="202F2E"/>
                </a:solidFill>
                <a:latin typeface="Lucida Sans Unicode"/>
                <a:cs typeface="Lucida Sans Unicode"/>
              </a:rPr>
              <a:t>function</a:t>
            </a:r>
            <a:r>
              <a:rPr sz="1800" spc="-7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60" dirty="0">
                <a:solidFill>
                  <a:srgbClr val="202F2E"/>
                </a:solidFill>
                <a:latin typeface="Lucida Sans Unicode"/>
                <a:cs typeface="Lucida Sans Unicode"/>
              </a:rPr>
              <a:t>that</a:t>
            </a:r>
            <a:r>
              <a:rPr sz="1800" spc="-11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10" dirty="0">
                <a:solidFill>
                  <a:srgbClr val="202F2E"/>
                </a:solidFill>
                <a:latin typeface="Lucida Sans Unicode"/>
                <a:cs typeface="Lucida Sans Unicode"/>
              </a:rPr>
              <a:t>tallies rows</a:t>
            </a:r>
            <a:r>
              <a:rPr sz="1800" spc="-7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5" dirty="0">
                <a:solidFill>
                  <a:srgbClr val="202F2E"/>
                </a:solidFill>
                <a:latin typeface="Lucida Sans Unicode"/>
                <a:cs typeface="Lucida Sans Unicode"/>
              </a:rPr>
              <a:t>instead</a:t>
            </a:r>
            <a:r>
              <a:rPr sz="1800" spc="-20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of</a:t>
            </a:r>
            <a:r>
              <a:rPr sz="1800" spc="-22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60" dirty="0">
                <a:solidFill>
                  <a:srgbClr val="202F2E"/>
                </a:solidFill>
                <a:latin typeface="Lucida Sans Unicode"/>
                <a:cs typeface="Lucida Sans Unicode"/>
              </a:rPr>
              <a:t>listing</a:t>
            </a:r>
            <a:r>
              <a:rPr sz="1800" spc="-20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202F2E"/>
                </a:solidFill>
                <a:latin typeface="Lucida Sans Unicode"/>
                <a:cs typeface="Lucida Sans Unicode"/>
              </a:rPr>
              <a:t>them.</a:t>
            </a:r>
            <a:endParaRPr sz="1800">
              <a:latin typeface="Lucida Sans Unicode"/>
              <a:cs typeface="Lucida Sans Unicode"/>
            </a:endParaRPr>
          </a:p>
          <a:p>
            <a:pPr marL="254000" marR="219710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spc="-45" dirty="0">
                <a:solidFill>
                  <a:srgbClr val="202F2E"/>
                </a:solidFill>
                <a:latin typeface="Lucida Sans Unicode"/>
                <a:cs typeface="Lucida Sans Unicode"/>
              </a:rPr>
              <a:t>AS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20" dirty="0">
                <a:solidFill>
                  <a:srgbClr val="202F2E"/>
                </a:solidFill>
                <a:latin typeface="Lucida Sans Unicode"/>
                <a:cs typeface="Lucida Sans Unicode"/>
              </a:rPr>
              <a:t>total_movies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5" dirty="0">
                <a:solidFill>
                  <a:srgbClr val="202F2E"/>
                </a:solidFill>
                <a:latin typeface="Lucida Sans Unicode"/>
                <a:cs typeface="Lucida Sans Unicode"/>
              </a:rPr>
              <a:t>an</a:t>
            </a:r>
            <a:r>
              <a:rPr sz="1800" spc="-16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alias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that</a:t>
            </a:r>
            <a:r>
              <a:rPr sz="1800" spc="-21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renames</a:t>
            </a:r>
            <a:r>
              <a:rPr sz="1800" spc="-80" dirty="0">
                <a:solidFill>
                  <a:srgbClr val="202F2E"/>
                </a:solidFill>
                <a:latin typeface="Lucida Sans Unicode"/>
                <a:cs typeface="Lucida Sans Unicode"/>
              </a:rPr>
              <a:t> the </a:t>
            </a:r>
            <a:r>
              <a:rPr sz="1800" spc="-175" dirty="0">
                <a:solidFill>
                  <a:srgbClr val="202F2E"/>
                </a:solidFill>
                <a:latin typeface="Lucida Sans Unicode"/>
                <a:cs typeface="Lucida Sans Unicode"/>
              </a:rPr>
              <a:t>output</a:t>
            </a:r>
            <a:r>
              <a:rPr sz="1800" spc="-11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70" dirty="0">
                <a:solidFill>
                  <a:srgbClr val="202F2E"/>
                </a:solidFill>
                <a:latin typeface="Lucida Sans Unicode"/>
                <a:cs typeface="Lucida Sans Unicode"/>
              </a:rPr>
              <a:t>column</a:t>
            </a:r>
            <a:r>
              <a:rPr sz="1800" spc="-16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for</a:t>
            </a:r>
            <a:r>
              <a:rPr sz="1800" spc="-17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60" dirty="0">
                <a:solidFill>
                  <a:srgbClr val="202F2E"/>
                </a:solidFill>
                <a:latin typeface="Lucida Sans Unicode"/>
                <a:cs typeface="Lucida Sans Unicode"/>
              </a:rPr>
              <a:t>readability.</a:t>
            </a:r>
            <a:endParaRPr sz="1800">
              <a:latin typeface="Lucida Sans Unicode"/>
              <a:cs typeface="Lucida Sans Unicode"/>
            </a:endParaRPr>
          </a:p>
          <a:p>
            <a:pPr marL="254635" indent="-241935">
              <a:lnSpc>
                <a:spcPct val="100000"/>
              </a:lnSpc>
              <a:spcBef>
                <a:spcPts val="900"/>
              </a:spcBef>
              <a:buChar char="•"/>
              <a:tabLst>
                <a:tab pos="254635" algn="l"/>
              </a:tabLst>
            </a:pP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Result </a:t>
            </a:r>
            <a:r>
              <a:rPr sz="1800" spc="-155" dirty="0">
                <a:solidFill>
                  <a:srgbClr val="202F2E"/>
                </a:solidFill>
                <a:latin typeface="Lucida Sans Unicode"/>
                <a:cs typeface="Lucida Sans Unicode"/>
              </a:rPr>
              <a:t>is</a:t>
            </a:r>
            <a:r>
              <a:rPr sz="1800" spc="-20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10" dirty="0">
                <a:solidFill>
                  <a:srgbClr val="202F2E"/>
                </a:solidFill>
                <a:latin typeface="Lucida Sans Unicode"/>
                <a:cs typeface="Lucida Sans Unicode"/>
              </a:rPr>
              <a:t>a</a:t>
            </a:r>
            <a:r>
              <a:rPr sz="1800" spc="-14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0" dirty="0">
                <a:solidFill>
                  <a:srgbClr val="202F2E"/>
                </a:solidFill>
                <a:latin typeface="Lucida Sans Unicode"/>
                <a:cs typeface="Lucida Sans Unicode"/>
              </a:rPr>
              <a:t>single</a:t>
            </a:r>
            <a:r>
              <a:rPr sz="1800" spc="-11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number,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20" dirty="0">
                <a:solidFill>
                  <a:srgbClr val="202F2E"/>
                </a:solidFill>
                <a:latin typeface="Lucida Sans Unicode"/>
                <a:cs typeface="Lucida Sans Unicode"/>
              </a:rPr>
              <a:t>not</a:t>
            </a:r>
            <a:r>
              <a:rPr sz="1800" spc="-229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10" dirty="0">
                <a:solidFill>
                  <a:srgbClr val="202F2E"/>
                </a:solidFill>
                <a:latin typeface="Lucida Sans Unicode"/>
                <a:cs typeface="Lucida Sans Unicode"/>
              </a:rPr>
              <a:t>a</a:t>
            </a:r>
            <a:r>
              <a:rPr sz="1800" spc="-150" dirty="0">
                <a:solidFill>
                  <a:srgbClr val="202F2E"/>
                </a:solidFill>
                <a:latin typeface="Lucida Sans Unicode"/>
                <a:cs typeface="Lucida Sans Unicode"/>
              </a:rPr>
              <a:t> list</a:t>
            </a:r>
            <a:r>
              <a:rPr sz="1800" spc="-229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of</a:t>
            </a:r>
            <a:r>
              <a:rPr sz="1800" spc="-24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02F2E"/>
                </a:solidFill>
                <a:latin typeface="Lucida Sans Unicode"/>
                <a:cs typeface="Lucida Sans Unicode"/>
              </a:rPr>
              <a:t>movies.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73600" y="4867751"/>
            <a:ext cx="2717800" cy="13982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110" dirty="0">
                <a:solidFill>
                  <a:srgbClr val="C26F3C"/>
                </a:solidFill>
                <a:latin typeface="Arial"/>
                <a:cs typeface="Arial"/>
              </a:rPr>
              <a:t>E</a:t>
            </a:r>
            <a:r>
              <a:rPr sz="1550" b="1" spc="-16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C26F3C"/>
                </a:solidFill>
                <a:latin typeface="Arial"/>
                <a:cs typeface="Arial"/>
              </a:rPr>
              <a:t>S</a:t>
            </a:r>
            <a:r>
              <a:rPr sz="1550" b="1" spc="-22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30" dirty="0">
                <a:solidFill>
                  <a:srgbClr val="C26F3C"/>
                </a:solidFill>
                <a:latin typeface="Arial"/>
                <a:cs typeface="Arial"/>
              </a:rPr>
              <a:t>U</a:t>
            </a:r>
            <a:r>
              <a:rPr sz="1550" b="1" spc="-14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70" dirty="0">
                <a:solidFill>
                  <a:srgbClr val="C26F3C"/>
                </a:solidFill>
                <a:latin typeface="Arial"/>
                <a:cs typeface="Arial"/>
              </a:rPr>
              <a:t>LT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4"/>
              </a:spcBef>
            </a:pPr>
            <a:endParaRPr sz="150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</a:pPr>
            <a:r>
              <a:rPr sz="2400" b="1" spc="-80" dirty="0">
                <a:solidFill>
                  <a:srgbClr val="0A3C41"/>
                </a:solidFill>
                <a:latin typeface="Tahoma"/>
                <a:cs typeface="Tahoma"/>
              </a:rPr>
              <a:t>47</a:t>
            </a:r>
            <a:r>
              <a:rPr sz="2400" b="1" spc="-310" dirty="0">
                <a:solidFill>
                  <a:srgbClr val="0A3C41"/>
                </a:solidFill>
                <a:latin typeface="Tahoma"/>
                <a:cs typeface="Tahoma"/>
              </a:rPr>
              <a:t> </a:t>
            </a:r>
            <a:r>
              <a:rPr sz="2450" b="1" spc="-35" dirty="0">
                <a:solidFill>
                  <a:srgbClr val="0A3C41"/>
                </a:solidFill>
                <a:latin typeface="Arial"/>
                <a:cs typeface="Arial"/>
              </a:rPr>
              <a:t>movi</a:t>
            </a:r>
            <a:r>
              <a:rPr sz="2400" b="1" spc="-35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2450" b="1" spc="-35" dirty="0">
                <a:solidFill>
                  <a:srgbClr val="0A3C41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660"/>
              </a:spcBef>
            </a:pPr>
            <a:r>
              <a:rPr sz="1650" spc="-135" dirty="0">
                <a:solidFill>
                  <a:srgbClr val="5C726F"/>
                </a:solidFill>
                <a:latin typeface="Lucida Sans Unicode"/>
                <a:cs typeface="Lucida Sans Unicode"/>
              </a:rPr>
              <a:t>total</a:t>
            </a:r>
            <a:r>
              <a:rPr sz="1650" spc="-14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14" dirty="0">
                <a:solidFill>
                  <a:srgbClr val="5C726F"/>
                </a:solidFill>
                <a:latin typeface="Lucida Sans Unicode"/>
                <a:cs typeface="Lucida Sans Unicode"/>
              </a:rPr>
              <a:t>count</a:t>
            </a:r>
            <a:r>
              <a:rPr sz="1650" spc="-229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25" dirty="0">
                <a:solidFill>
                  <a:srgbClr val="5C726F"/>
                </a:solidFill>
                <a:latin typeface="Lucida Sans Unicode"/>
                <a:cs typeface="Lucida Sans Unicode"/>
              </a:rPr>
              <a:t>in</a:t>
            </a:r>
            <a:r>
              <a:rPr sz="1650" spc="-16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00" dirty="0">
                <a:solidFill>
                  <a:srgbClr val="5C726F"/>
                </a:solidFill>
                <a:latin typeface="Lucida Sans Unicode"/>
                <a:cs typeface="Lucida Sans Unicode"/>
              </a:rPr>
              <a:t>the</a:t>
            </a:r>
            <a:r>
              <a:rPr sz="1650" spc="-19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85" dirty="0">
                <a:solidFill>
                  <a:srgbClr val="5C726F"/>
                </a:solidFill>
                <a:latin typeface="Lucida Sans Unicode"/>
                <a:cs typeface="Lucida Sans Unicode"/>
              </a:rPr>
              <a:t>database</a:t>
            </a:r>
            <a:endParaRPr sz="1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9" y="731531"/>
            <a:ext cx="756285" cy="756285"/>
          </a:xfrm>
          <a:prstGeom prst="rect">
            <a:avLst/>
          </a:prstGeom>
          <a:solidFill>
            <a:srgbClr val="C26F3C"/>
          </a:solidFill>
        </p:spPr>
        <p:txBody>
          <a:bodyPr vert="horz" wrap="square" lIns="0" tIns="100330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790"/>
              </a:spcBef>
            </a:pPr>
            <a:r>
              <a:rPr sz="3350" b="1" spc="-50" dirty="0">
                <a:solidFill>
                  <a:srgbClr val="072529"/>
                </a:solidFill>
                <a:latin typeface="Arial"/>
                <a:cs typeface="Arial"/>
              </a:rPr>
              <a:t>D</a:t>
            </a:r>
            <a:endParaRPr sz="33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6900" y="1970430"/>
            <a:ext cx="252412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30" dirty="0">
                <a:solidFill>
                  <a:srgbClr val="DFA06A"/>
                </a:solidFill>
                <a:latin typeface="Arial"/>
                <a:cs typeface="Arial"/>
              </a:rPr>
              <a:t>F</a:t>
            </a:r>
            <a:r>
              <a:rPr sz="1650" b="1" spc="-25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105" dirty="0">
                <a:solidFill>
                  <a:srgbClr val="DFA06A"/>
                </a:solidFill>
                <a:latin typeface="Arial"/>
                <a:cs typeface="Arial"/>
              </a:rPr>
              <a:t>I</a:t>
            </a:r>
            <a:r>
              <a:rPr sz="1650" b="1" spc="-229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55" dirty="0">
                <a:solidFill>
                  <a:srgbClr val="DFA06A"/>
                </a:solidFill>
                <a:latin typeface="Arial"/>
                <a:cs typeface="Arial"/>
              </a:rPr>
              <a:t>LTE</a:t>
            </a:r>
            <a:r>
              <a:rPr sz="1650" b="1" spc="-254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55" dirty="0">
                <a:solidFill>
                  <a:srgbClr val="DFA06A"/>
                </a:solidFill>
                <a:latin typeface="Arial"/>
                <a:cs typeface="Arial"/>
              </a:rPr>
              <a:t>RI</a:t>
            </a:r>
            <a:r>
              <a:rPr sz="1650" b="1" spc="-229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45" dirty="0">
                <a:solidFill>
                  <a:srgbClr val="DFA06A"/>
                </a:solidFill>
                <a:latin typeface="Arial"/>
                <a:cs typeface="Arial"/>
              </a:rPr>
              <a:t>N</a:t>
            </a:r>
            <a:r>
              <a:rPr sz="1650" b="1" spc="-21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DFA06A"/>
                </a:solidFill>
                <a:latin typeface="Arial"/>
                <a:cs typeface="Arial"/>
              </a:rPr>
              <a:t>G</a:t>
            </a:r>
            <a:r>
              <a:rPr sz="1650" b="1" spc="5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DFA06A"/>
                </a:solidFill>
                <a:latin typeface="Arial Black"/>
                <a:cs typeface="Arial Black"/>
              </a:rPr>
              <a:t>&amp;</a:t>
            </a:r>
            <a:r>
              <a:rPr sz="1650" spc="5" dirty="0">
                <a:solidFill>
                  <a:srgbClr val="DFA06A"/>
                </a:solidFill>
                <a:latin typeface="Arial Black"/>
                <a:cs typeface="Arial Black"/>
              </a:rPr>
              <a:t> </a:t>
            </a:r>
            <a:r>
              <a:rPr sz="1650" b="1" spc="50" dirty="0">
                <a:solidFill>
                  <a:srgbClr val="DFA06A"/>
                </a:solidFill>
                <a:latin typeface="Arial"/>
                <a:cs typeface="Arial"/>
              </a:rPr>
              <a:t>SEARCH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900" y="2418974"/>
            <a:ext cx="2372360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10"/>
              </a:lnSpc>
              <a:spcBef>
                <a:spcPts val="100"/>
              </a:spcBef>
            </a:pPr>
            <a:r>
              <a:rPr sz="3250" b="1" spc="-220" dirty="0">
                <a:solidFill>
                  <a:srgbClr val="FAFAF6"/>
                </a:solidFill>
                <a:latin typeface="Arial"/>
                <a:cs typeface="Arial"/>
              </a:rPr>
              <a:t>F</a:t>
            </a:r>
            <a:r>
              <a:rPr sz="3350" b="1" spc="-220" dirty="0">
                <a:solidFill>
                  <a:srgbClr val="FAFAF6"/>
                </a:solidFill>
                <a:latin typeface="Tahoma"/>
                <a:cs typeface="Tahoma"/>
              </a:rPr>
              <a:t>in</a:t>
            </a:r>
            <a:r>
              <a:rPr sz="3250" b="1" spc="-220" dirty="0">
                <a:solidFill>
                  <a:srgbClr val="FAFAF6"/>
                </a:solidFill>
                <a:latin typeface="Arial"/>
                <a:cs typeface="Arial"/>
              </a:rPr>
              <a:t>d</a:t>
            </a:r>
            <a:r>
              <a:rPr sz="3250" b="1" spc="-300" dirty="0">
                <a:solidFill>
                  <a:srgbClr val="FAFAF6"/>
                </a:solidFill>
                <a:latin typeface="Arial"/>
                <a:cs typeface="Arial"/>
              </a:rPr>
              <a:t> </a:t>
            </a:r>
            <a:r>
              <a:rPr sz="3250" b="1" spc="-175" dirty="0">
                <a:solidFill>
                  <a:srgbClr val="FAFAF6"/>
                </a:solidFill>
                <a:latin typeface="Arial"/>
                <a:cs typeface="Arial"/>
              </a:rPr>
              <a:t>S</a:t>
            </a:r>
            <a:r>
              <a:rPr sz="3350" b="1" spc="-175" dirty="0">
                <a:solidFill>
                  <a:srgbClr val="FAFAF6"/>
                </a:solidFill>
                <a:latin typeface="Tahoma"/>
                <a:cs typeface="Tahoma"/>
              </a:rPr>
              <a:t>p</a:t>
            </a:r>
            <a:r>
              <a:rPr sz="3250" b="1" spc="-175" dirty="0">
                <a:solidFill>
                  <a:srgbClr val="FAFAF6"/>
                </a:solidFill>
                <a:latin typeface="Arial"/>
                <a:cs typeface="Arial"/>
              </a:rPr>
              <a:t>ec</a:t>
            </a:r>
            <a:r>
              <a:rPr sz="3350" b="1" spc="-175" dirty="0">
                <a:solidFill>
                  <a:srgbClr val="FAFAF6"/>
                </a:solidFill>
                <a:latin typeface="Tahoma"/>
                <a:cs typeface="Tahoma"/>
              </a:rPr>
              <a:t>ifi</a:t>
            </a:r>
            <a:r>
              <a:rPr sz="3250" b="1" spc="-175" dirty="0">
                <a:solidFill>
                  <a:srgbClr val="FAFAF6"/>
                </a:solidFill>
                <a:latin typeface="Arial"/>
                <a:cs typeface="Arial"/>
              </a:rPr>
              <a:t>c</a:t>
            </a:r>
            <a:endParaRPr sz="3250">
              <a:latin typeface="Arial"/>
              <a:cs typeface="Arial"/>
            </a:endParaRPr>
          </a:p>
          <a:p>
            <a:pPr marL="12700">
              <a:lnSpc>
                <a:spcPts val="3810"/>
              </a:lnSpc>
            </a:pPr>
            <a:r>
              <a:rPr sz="3250" b="1" spc="-80" dirty="0">
                <a:solidFill>
                  <a:srgbClr val="FAFAF6"/>
                </a:solidFill>
                <a:latin typeface="Arial"/>
                <a:cs typeface="Arial"/>
              </a:rPr>
              <a:t>D</a:t>
            </a:r>
            <a:r>
              <a:rPr sz="3350" b="1" spc="-80" dirty="0">
                <a:solidFill>
                  <a:srgbClr val="FAFAF6"/>
                </a:solidFill>
                <a:latin typeface="Tahoma"/>
                <a:cs typeface="Tahoma"/>
              </a:rPr>
              <a:t>ir</a:t>
            </a:r>
            <a:r>
              <a:rPr sz="3250" b="1" spc="-80" dirty="0">
                <a:solidFill>
                  <a:srgbClr val="FAFAF6"/>
                </a:solidFill>
                <a:latin typeface="Arial"/>
                <a:cs typeface="Arial"/>
              </a:rPr>
              <a:t>ec</a:t>
            </a:r>
            <a:r>
              <a:rPr sz="3350" b="1" spc="-80" dirty="0">
                <a:solidFill>
                  <a:srgbClr val="FAFAF6"/>
                </a:solidFill>
                <a:latin typeface="Tahoma"/>
                <a:cs typeface="Tahoma"/>
              </a:rPr>
              <a:t>tors</a:t>
            </a:r>
            <a:endParaRPr sz="33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1027" y="1068455"/>
            <a:ext cx="4227996" cy="21278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06327" y="1068455"/>
            <a:ext cx="1880963" cy="21278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0967415" y="1073060"/>
            <a:ext cx="525780" cy="177800"/>
          </a:xfrm>
          <a:custGeom>
            <a:avLst/>
            <a:gdLst/>
            <a:ahLst/>
            <a:cxnLst/>
            <a:rect l="l" t="t" r="r" b="b"/>
            <a:pathLst>
              <a:path w="525779" h="177800">
                <a:moveTo>
                  <a:pt x="237528" y="0"/>
                </a:moveTo>
                <a:lnTo>
                  <a:pt x="212547" y="0"/>
                </a:lnTo>
                <a:lnTo>
                  <a:pt x="138976" y="151980"/>
                </a:lnTo>
                <a:lnTo>
                  <a:pt x="138442" y="151980"/>
                </a:lnTo>
                <a:lnTo>
                  <a:pt x="133261" y="0"/>
                </a:lnTo>
                <a:lnTo>
                  <a:pt x="104216" y="0"/>
                </a:lnTo>
                <a:lnTo>
                  <a:pt x="23558" y="151752"/>
                </a:lnTo>
                <a:lnTo>
                  <a:pt x="22796" y="151752"/>
                </a:lnTo>
                <a:lnTo>
                  <a:pt x="24625" y="0"/>
                </a:lnTo>
                <a:lnTo>
                  <a:pt x="0" y="0"/>
                </a:lnTo>
                <a:lnTo>
                  <a:pt x="533" y="174904"/>
                </a:lnTo>
                <a:lnTo>
                  <a:pt x="31457" y="174904"/>
                </a:lnTo>
                <a:lnTo>
                  <a:pt x="112458" y="24206"/>
                </a:lnTo>
                <a:lnTo>
                  <a:pt x="112991" y="24206"/>
                </a:lnTo>
                <a:lnTo>
                  <a:pt x="118287" y="174904"/>
                </a:lnTo>
                <a:lnTo>
                  <a:pt x="149872" y="174904"/>
                </a:lnTo>
                <a:lnTo>
                  <a:pt x="237528" y="0"/>
                </a:lnTo>
                <a:close/>
              </a:path>
              <a:path w="525779" h="177800">
                <a:moveTo>
                  <a:pt x="355917" y="93865"/>
                </a:moveTo>
                <a:lnTo>
                  <a:pt x="337947" y="55372"/>
                </a:lnTo>
                <a:lnTo>
                  <a:pt x="333946" y="53136"/>
                </a:lnTo>
                <a:lnTo>
                  <a:pt x="333946" y="95415"/>
                </a:lnTo>
                <a:lnTo>
                  <a:pt x="333451" y="103466"/>
                </a:lnTo>
                <a:lnTo>
                  <a:pt x="315722" y="143941"/>
                </a:lnTo>
                <a:lnTo>
                  <a:pt x="288759" y="159232"/>
                </a:lnTo>
                <a:lnTo>
                  <a:pt x="272148" y="159232"/>
                </a:lnTo>
                <a:lnTo>
                  <a:pt x="250037" y="129832"/>
                </a:lnTo>
                <a:lnTo>
                  <a:pt x="250545" y="121729"/>
                </a:lnTo>
                <a:lnTo>
                  <a:pt x="268351" y="81432"/>
                </a:lnTo>
                <a:lnTo>
                  <a:pt x="295567" y="66154"/>
                </a:lnTo>
                <a:lnTo>
                  <a:pt x="312064" y="66154"/>
                </a:lnTo>
                <a:lnTo>
                  <a:pt x="318630" y="68122"/>
                </a:lnTo>
                <a:lnTo>
                  <a:pt x="328282" y="75971"/>
                </a:lnTo>
                <a:lnTo>
                  <a:pt x="331343" y="81432"/>
                </a:lnTo>
                <a:lnTo>
                  <a:pt x="333946" y="95415"/>
                </a:lnTo>
                <a:lnTo>
                  <a:pt x="333946" y="53136"/>
                </a:lnTo>
                <a:lnTo>
                  <a:pt x="331647" y="51841"/>
                </a:lnTo>
                <a:lnTo>
                  <a:pt x="324637" y="49314"/>
                </a:lnTo>
                <a:lnTo>
                  <a:pt x="316915" y="47802"/>
                </a:lnTo>
                <a:lnTo>
                  <a:pt x="308495" y="47307"/>
                </a:lnTo>
                <a:lnTo>
                  <a:pt x="299732" y="47802"/>
                </a:lnTo>
                <a:lnTo>
                  <a:pt x="260007" y="65125"/>
                </a:lnTo>
                <a:lnTo>
                  <a:pt x="233959" y="103073"/>
                </a:lnTo>
                <a:lnTo>
                  <a:pt x="233845" y="103466"/>
                </a:lnTo>
                <a:lnTo>
                  <a:pt x="231076" y="112572"/>
                </a:lnTo>
                <a:lnTo>
                  <a:pt x="229196" y="122097"/>
                </a:lnTo>
                <a:lnTo>
                  <a:pt x="228536" y="129832"/>
                </a:lnTo>
                <a:lnTo>
                  <a:pt x="228447" y="131406"/>
                </a:lnTo>
                <a:lnTo>
                  <a:pt x="228790" y="139306"/>
                </a:lnTo>
                <a:lnTo>
                  <a:pt x="252564" y="173139"/>
                </a:lnTo>
                <a:lnTo>
                  <a:pt x="275920" y="177609"/>
                </a:lnTo>
                <a:lnTo>
                  <a:pt x="284594" y="177114"/>
                </a:lnTo>
                <a:lnTo>
                  <a:pt x="324192" y="160007"/>
                </a:lnTo>
                <a:lnTo>
                  <a:pt x="325031" y="159232"/>
                </a:lnTo>
                <a:lnTo>
                  <a:pt x="330784" y="153924"/>
                </a:lnTo>
                <a:lnTo>
                  <a:pt x="353326" y="112572"/>
                </a:lnTo>
                <a:lnTo>
                  <a:pt x="355854" y="95415"/>
                </a:lnTo>
                <a:lnTo>
                  <a:pt x="355917" y="93865"/>
                </a:lnTo>
                <a:close/>
              </a:path>
              <a:path w="525779" h="177800">
                <a:moveTo>
                  <a:pt x="495617" y="93865"/>
                </a:moveTo>
                <a:lnTo>
                  <a:pt x="477647" y="55372"/>
                </a:lnTo>
                <a:lnTo>
                  <a:pt x="473646" y="53136"/>
                </a:lnTo>
                <a:lnTo>
                  <a:pt x="473646" y="95415"/>
                </a:lnTo>
                <a:lnTo>
                  <a:pt x="473151" y="103466"/>
                </a:lnTo>
                <a:lnTo>
                  <a:pt x="455422" y="143941"/>
                </a:lnTo>
                <a:lnTo>
                  <a:pt x="428459" y="159232"/>
                </a:lnTo>
                <a:lnTo>
                  <a:pt x="411848" y="159232"/>
                </a:lnTo>
                <a:lnTo>
                  <a:pt x="389737" y="129832"/>
                </a:lnTo>
                <a:lnTo>
                  <a:pt x="390245" y="121729"/>
                </a:lnTo>
                <a:lnTo>
                  <a:pt x="408051" y="81432"/>
                </a:lnTo>
                <a:lnTo>
                  <a:pt x="435267" y="66154"/>
                </a:lnTo>
                <a:lnTo>
                  <a:pt x="451764" y="66154"/>
                </a:lnTo>
                <a:lnTo>
                  <a:pt x="458330" y="68122"/>
                </a:lnTo>
                <a:lnTo>
                  <a:pt x="467982" y="75971"/>
                </a:lnTo>
                <a:lnTo>
                  <a:pt x="471043" y="81432"/>
                </a:lnTo>
                <a:lnTo>
                  <a:pt x="473646" y="95415"/>
                </a:lnTo>
                <a:lnTo>
                  <a:pt x="473646" y="53136"/>
                </a:lnTo>
                <a:lnTo>
                  <a:pt x="471347" y="51841"/>
                </a:lnTo>
                <a:lnTo>
                  <a:pt x="464337" y="49314"/>
                </a:lnTo>
                <a:lnTo>
                  <a:pt x="456615" y="47802"/>
                </a:lnTo>
                <a:lnTo>
                  <a:pt x="448195" y="47307"/>
                </a:lnTo>
                <a:lnTo>
                  <a:pt x="439432" y="47802"/>
                </a:lnTo>
                <a:lnTo>
                  <a:pt x="399707" y="65125"/>
                </a:lnTo>
                <a:lnTo>
                  <a:pt x="373659" y="103073"/>
                </a:lnTo>
                <a:lnTo>
                  <a:pt x="373545" y="103466"/>
                </a:lnTo>
                <a:lnTo>
                  <a:pt x="370776" y="112572"/>
                </a:lnTo>
                <a:lnTo>
                  <a:pt x="368896" y="122097"/>
                </a:lnTo>
                <a:lnTo>
                  <a:pt x="368236" y="129832"/>
                </a:lnTo>
                <a:lnTo>
                  <a:pt x="368147" y="131406"/>
                </a:lnTo>
                <a:lnTo>
                  <a:pt x="368490" y="139306"/>
                </a:lnTo>
                <a:lnTo>
                  <a:pt x="392264" y="173139"/>
                </a:lnTo>
                <a:lnTo>
                  <a:pt x="415620" y="177609"/>
                </a:lnTo>
                <a:lnTo>
                  <a:pt x="424294" y="177114"/>
                </a:lnTo>
                <a:lnTo>
                  <a:pt x="463892" y="160007"/>
                </a:lnTo>
                <a:lnTo>
                  <a:pt x="464731" y="159232"/>
                </a:lnTo>
                <a:lnTo>
                  <a:pt x="470484" y="153924"/>
                </a:lnTo>
                <a:lnTo>
                  <a:pt x="493026" y="112572"/>
                </a:lnTo>
                <a:lnTo>
                  <a:pt x="495554" y="95415"/>
                </a:lnTo>
                <a:lnTo>
                  <a:pt x="495617" y="93865"/>
                </a:lnTo>
                <a:close/>
              </a:path>
              <a:path w="525779" h="177800">
                <a:moveTo>
                  <a:pt x="525411" y="157822"/>
                </a:moveTo>
                <a:lnTo>
                  <a:pt x="524827" y="154266"/>
                </a:lnTo>
                <a:lnTo>
                  <a:pt x="520344" y="148488"/>
                </a:lnTo>
                <a:lnTo>
                  <a:pt x="517080" y="147040"/>
                </a:lnTo>
                <a:lnTo>
                  <a:pt x="508558" y="147040"/>
                </a:lnTo>
                <a:lnTo>
                  <a:pt x="504596" y="148488"/>
                </a:lnTo>
                <a:lnTo>
                  <a:pt x="497217" y="154266"/>
                </a:lnTo>
                <a:lnTo>
                  <a:pt x="494842" y="157822"/>
                </a:lnTo>
                <a:lnTo>
                  <a:pt x="492721" y="166344"/>
                </a:lnTo>
                <a:lnTo>
                  <a:pt x="493280" y="169951"/>
                </a:lnTo>
                <a:lnTo>
                  <a:pt x="497725" y="175882"/>
                </a:lnTo>
                <a:lnTo>
                  <a:pt x="500964" y="177380"/>
                </a:lnTo>
                <a:lnTo>
                  <a:pt x="505206" y="177380"/>
                </a:lnTo>
                <a:lnTo>
                  <a:pt x="509600" y="177380"/>
                </a:lnTo>
                <a:lnTo>
                  <a:pt x="513626" y="175882"/>
                </a:lnTo>
                <a:lnTo>
                  <a:pt x="520928" y="169951"/>
                </a:lnTo>
                <a:lnTo>
                  <a:pt x="523290" y="166344"/>
                </a:lnTo>
                <a:lnTo>
                  <a:pt x="525411" y="157822"/>
                </a:lnTo>
                <a:close/>
              </a:path>
            </a:pathLst>
          </a:custGeom>
          <a:solidFill>
            <a:srgbClr val="5C726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4483100" y="1346200"/>
            <a:ext cx="6515100" cy="2984500"/>
            <a:chOff x="4483100" y="1346200"/>
            <a:chExt cx="6515100" cy="298450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3100" y="1346200"/>
              <a:ext cx="6515100" cy="29845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73600" y="1498600"/>
              <a:ext cx="6146800" cy="261620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599025" y="5524500"/>
            <a:ext cx="15653385" cy="3620135"/>
            <a:chOff x="599025" y="5524500"/>
            <a:chExt cx="15653385" cy="3620135"/>
          </a:xfrm>
        </p:grpSpPr>
        <p:sp>
          <p:nvSpPr>
            <p:cNvPr id="12" name="object 12"/>
            <p:cNvSpPr/>
            <p:nvPr/>
          </p:nvSpPr>
          <p:spPr>
            <a:xfrm>
              <a:off x="609609" y="7498194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59" y="3989"/>
                  </a:lnTo>
                  <a:lnTo>
                    <a:pt x="208459" y="15538"/>
                  </a:lnTo>
                  <a:lnTo>
                    <a:pt x="164726" y="34021"/>
                  </a:lnTo>
                  <a:lnTo>
                    <a:pt x="124789" y="58808"/>
                  </a:lnTo>
                  <a:lnTo>
                    <a:pt x="89273" y="89273"/>
                  </a:lnTo>
                  <a:lnTo>
                    <a:pt x="58808" y="124789"/>
                  </a:lnTo>
                  <a:lnTo>
                    <a:pt x="34021" y="164726"/>
                  </a:lnTo>
                  <a:lnTo>
                    <a:pt x="15538" y="208459"/>
                  </a:lnTo>
                  <a:lnTo>
                    <a:pt x="3989" y="255359"/>
                  </a:lnTo>
                  <a:lnTo>
                    <a:pt x="0" y="304800"/>
                  </a:lnTo>
                  <a:lnTo>
                    <a:pt x="3989" y="354240"/>
                  </a:lnTo>
                  <a:lnTo>
                    <a:pt x="15538" y="401140"/>
                  </a:lnTo>
                  <a:lnTo>
                    <a:pt x="34021" y="444873"/>
                  </a:lnTo>
                  <a:lnTo>
                    <a:pt x="58808" y="484810"/>
                  </a:lnTo>
                  <a:lnTo>
                    <a:pt x="89273" y="520326"/>
                  </a:lnTo>
                  <a:lnTo>
                    <a:pt x="124789" y="550791"/>
                  </a:lnTo>
                  <a:lnTo>
                    <a:pt x="164726" y="575578"/>
                  </a:lnTo>
                  <a:lnTo>
                    <a:pt x="208459" y="594061"/>
                  </a:lnTo>
                  <a:lnTo>
                    <a:pt x="255359" y="605610"/>
                  </a:lnTo>
                  <a:lnTo>
                    <a:pt x="304800" y="609600"/>
                  </a:lnTo>
                  <a:lnTo>
                    <a:pt x="354240" y="605610"/>
                  </a:lnTo>
                  <a:lnTo>
                    <a:pt x="401140" y="594061"/>
                  </a:lnTo>
                  <a:lnTo>
                    <a:pt x="444873" y="575578"/>
                  </a:lnTo>
                  <a:lnTo>
                    <a:pt x="484810" y="550791"/>
                  </a:lnTo>
                  <a:lnTo>
                    <a:pt x="520326" y="520326"/>
                  </a:lnTo>
                  <a:lnTo>
                    <a:pt x="550791" y="484810"/>
                  </a:lnTo>
                  <a:lnTo>
                    <a:pt x="575578" y="444873"/>
                  </a:lnTo>
                  <a:lnTo>
                    <a:pt x="594061" y="401140"/>
                  </a:lnTo>
                  <a:lnTo>
                    <a:pt x="605610" y="354240"/>
                  </a:lnTo>
                  <a:lnTo>
                    <a:pt x="609600" y="304800"/>
                  </a:lnTo>
                  <a:lnTo>
                    <a:pt x="605610" y="255359"/>
                  </a:lnTo>
                  <a:lnTo>
                    <a:pt x="594061" y="208459"/>
                  </a:lnTo>
                  <a:lnTo>
                    <a:pt x="575578" y="164726"/>
                  </a:lnTo>
                  <a:lnTo>
                    <a:pt x="550791" y="124789"/>
                  </a:lnTo>
                  <a:lnTo>
                    <a:pt x="520326" y="89273"/>
                  </a:lnTo>
                  <a:lnTo>
                    <a:pt x="484810" y="58808"/>
                  </a:lnTo>
                  <a:lnTo>
                    <a:pt x="444873" y="34021"/>
                  </a:lnTo>
                  <a:lnTo>
                    <a:pt x="401140" y="15538"/>
                  </a:lnTo>
                  <a:lnTo>
                    <a:pt x="354240" y="3989"/>
                  </a:lnTo>
                  <a:lnTo>
                    <a:pt x="304800" y="0"/>
                  </a:lnTo>
                  <a:close/>
                </a:path>
              </a:pathLst>
            </a:custGeom>
            <a:ln w="21166">
              <a:solidFill>
                <a:srgbClr val="C26F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80179" y="7681076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496" y="316992"/>
                  </a:moveTo>
                  <a:lnTo>
                    <a:pt x="108399" y="308912"/>
                  </a:lnTo>
                  <a:lnTo>
                    <a:pt x="64890" y="286411"/>
                  </a:lnTo>
                  <a:lnTo>
                    <a:pt x="30580" y="252101"/>
                  </a:lnTo>
                  <a:lnTo>
                    <a:pt x="8080" y="208592"/>
                  </a:lnTo>
                  <a:lnTo>
                    <a:pt x="0" y="158495"/>
                  </a:lnTo>
                  <a:lnTo>
                    <a:pt x="8080" y="108398"/>
                  </a:lnTo>
                  <a:lnTo>
                    <a:pt x="30580" y="64890"/>
                  </a:lnTo>
                  <a:lnTo>
                    <a:pt x="64890" y="30580"/>
                  </a:lnTo>
                  <a:lnTo>
                    <a:pt x="108399" y="8080"/>
                  </a:lnTo>
                  <a:lnTo>
                    <a:pt x="158496" y="0"/>
                  </a:lnTo>
                  <a:lnTo>
                    <a:pt x="208593" y="8080"/>
                  </a:lnTo>
                  <a:lnTo>
                    <a:pt x="252101" y="30580"/>
                  </a:lnTo>
                  <a:lnTo>
                    <a:pt x="286411" y="64890"/>
                  </a:lnTo>
                  <a:lnTo>
                    <a:pt x="308911" y="108398"/>
                  </a:lnTo>
                  <a:lnTo>
                    <a:pt x="316991" y="158495"/>
                  </a:lnTo>
                  <a:lnTo>
                    <a:pt x="308911" y="208592"/>
                  </a:lnTo>
                  <a:lnTo>
                    <a:pt x="286411" y="252101"/>
                  </a:lnTo>
                  <a:lnTo>
                    <a:pt x="252101" y="286411"/>
                  </a:lnTo>
                  <a:lnTo>
                    <a:pt x="208593" y="308912"/>
                  </a:lnTo>
                  <a:lnTo>
                    <a:pt x="158496" y="316992"/>
                  </a:lnTo>
                  <a:close/>
                </a:path>
              </a:pathLst>
            </a:custGeom>
            <a:solidFill>
              <a:srgbClr val="C26F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084382" y="8193148"/>
              <a:ext cx="12167870" cy="951230"/>
            </a:xfrm>
            <a:custGeom>
              <a:avLst/>
              <a:gdLst/>
              <a:ahLst/>
              <a:cxnLst/>
              <a:rect l="l" t="t" r="r" b="b"/>
              <a:pathLst>
                <a:path w="12167869" h="951229">
                  <a:moveTo>
                    <a:pt x="12167743" y="950976"/>
                  </a:moveTo>
                  <a:lnTo>
                    <a:pt x="0" y="950976"/>
                  </a:lnTo>
                  <a:lnTo>
                    <a:pt x="0" y="0"/>
                  </a:lnTo>
                  <a:lnTo>
                    <a:pt x="12167743" y="0"/>
                  </a:lnTo>
                  <a:lnTo>
                    <a:pt x="12167743" y="950976"/>
                  </a:lnTo>
                  <a:close/>
                </a:path>
              </a:pathLst>
            </a:custGeom>
            <a:solidFill>
              <a:srgbClr val="D6EC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01027" y="8562373"/>
              <a:ext cx="385773" cy="22074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44585" y="8577631"/>
              <a:ext cx="167502" cy="17814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96134" y="8572447"/>
              <a:ext cx="7076099" cy="42526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83100" y="5524500"/>
              <a:ext cx="6515100" cy="17780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73600" y="5689600"/>
              <a:ext cx="6146800" cy="13970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041900" y="1734187"/>
            <a:ext cx="4533900" cy="143891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645"/>
              </a:spcBef>
            </a:pP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SELECT</a:t>
            </a:r>
            <a:r>
              <a:rPr sz="1900" spc="-34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50" dirty="0">
                <a:solidFill>
                  <a:srgbClr val="D6ECE9"/>
                </a:solidFill>
                <a:latin typeface="Lucida Sans Unicode"/>
                <a:cs typeface="Lucida Sans Unicode"/>
              </a:rPr>
              <a:t>*</a:t>
            </a:r>
            <a:endParaRPr sz="1900" dirty="0">
              <a:latin typeface="Lucida Sans Unicode"/>
              <a:cs typeface="Lucida Sans Unicode"/>
            </a:endParaRPr>
          </a:p>
          <a:p>
            <a:pPr marL="12700" algn="l">
              <a:lnSpc>
                <a:spcPct val="100000"/>
              </a:lnSpc>
              <a:spcBef>
                <a:spcPts val="520"/>
              </a:spcBef>
            </a:pPr>
            <a:r>
              <a:rPr sz="1900" spc="-65" dirty="0">
                <a:solidFill>
                  <a:srgbClr val="D6ECE9"/>
                </a:solidFill>
                <a:latin typeface="Lucida Sans Unicode"/>
                <a:cs typeface="Lucida Sans Unicode"/>
              </a:rPr>
              <a:t>FROM</a:t>
            </a:r>
            <a:r>
              <a:rPr sz="1900" spc="-22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directors</a:t>
            </a:r>
            <a:endParaRPr sz="1900" dirty="0">
              <a:latin typeface="Lucida Sans Unicode"/>
              <a:cs typeface="Lucida Sans Unicode"/>
            </a:endParaRPr>
          </a:p>
          <a:p>
            <a:pPr marL="12700" algn="l">
              <a:lnSpc>
                <a:spcPct val="100000"/>
              </a:lnSpc>
              <a:spcBef>
                <a:spcPts val="420"/>
              </a:spcBef>
            </a:pPr>
            <a:r>
              <a:rPr sz="1900" spc="-10" dirty="0">
                <a:solidFill>
                  <a:srgbClr val="D6ECE9"/>
                </a:solidFill>
                <a:latin typeface="Lucida Sans Unicode"/>
                <a:cs typeface="Lucida Sans Unicode"/>
              </a:rPr>
              <a:t>WHERE</a:t>
            </a:r>
            <a:r>
              <a:rPr sz="1900" spc="-15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75" dirty="0">
                <a:solidFill>
                  <a:srgbClr val="D6ECE9"/>
                </a:solidFill>
                <a:latin typeface="Lucida Sans Unicode"/>
                <a:cs typeface="Lucida Sans Unicode"/>
              </a:rPr>
              <a:t>name</a:t>
            </a:r>
            <a:r>
              <a:rPr sz="1900" spc="-204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D6ECE9"/>
                </a:solidFill>
                <a:latin typeface="Lucida Sans Unicode"/>
                <a:cs typeface="Lucida Sans Unicode"/>
              </a:rPr>
              <a:t>IN</a:t>
            </a:r>
            <a:endParaRPr sz="1900" dirty="0">
              <a:latin typeface="Lucida Sans Unicode"/>
              <a:cs typeface="Lucida Sans Unicode"/>
            </a:endParaRPr>
          </a:p>
          <a:p>
            <a:pPr marL="114300" algn="l">
              <a:lnSpc>
                <a:spcPct val="100000"/>
              </a:lnSpc>
              <a:spcBef>
                <a:spcPts val="520"/>
              </a:spcBef>
            </a:pPr>
            <a:r>
              <a:rPr sz="1900" spc="-40" dirty="0">
                <a:solidFill>
                  <a:srgbClr val="D6ECE9"/>
                </a:solidFill>
                <a:latin typeface="Lucida Sans Unicode"/>
                <a:cs typeface="Lucida Sans Unicode"/>
              </a:rPr>
              <a:t>('James</a:t>
            </a:r>
            <a:r>
              <a:rPr sz="1900" spc="-12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45" dirty="0">
                <a:solidFill>
                  <a:srgbClr val="D6ECE9"/>
                </a:solidFill>
                <a:latin typeface="Lucida Sans Unicode"/>
                <a:cs typeface="Lucida Sans Unicode"/>
              </a:rPr>
              <a:t>Cameron','Luc</a:t>
            </a:r>
            <a:r>
              <a:rPr sz="1900" spc="-10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14" dirty="0">
                <a:solidFill>
                  <a:srgbClr val="D6ECE9"/>
                </a:solidFill>
                <a:latin typeface="Lucida Sans Unicode"/>
                <a:cs typeface="Lucida Sans Unicode"/>
              </a:rPr>
              <a:t>Besson','John</a:t>
            </a:r>
            <a:r>
              <a:rPr sz="1900" spc="-11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Woo');</a:t>
            </a:r>
            <a:endParaRPr sz="1900" dirty="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spc="-434" dirty="0"/>
              <a:t>6</a:t>
            </a:fld>
            <a:endParaRPr spc="-434" dirty="0"/>
          </a:p>
        </p:txBody>
      </p:sp>
      <p:sp>
        <p:nvSpPr>
          <p:cNvPr id="21" name="object 21"/>
          <p:cNvSpPr txBox="1"/>
          <p:nvPr/>
        </p:nvSpPr>
        <p:spPr>
          <a:xfrm>
            <a:off x="11137900" y="1527651"/>
            <a:ext cx="1879600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40" dirty="0">
                <a:solidFill>
                  <a:srgbClr val="C26F3C"/>
                </a:solidFill>
                <a:latin typeface="Arial"/>
                <a:cs typeface="Arial"/>
              </a:rPr>
              <a:t>H</a:t>
            </a:r>
            <a:r>
              <a:rPr sz="1550" b="1" spc="-13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45" dirty="0">
                <a:solidFill>
                  <a:srgbClr val="C26F3C"/>
                </a:solidFill>
                <a:latin typeface="Arial"/>
                <a:cs typeface="Arial"/>
              </a:rPr>
              <a:t>O</a:t>
            </a:r>
            <a:r>
              <a:rPr sz="1550" b="1" spc="-204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290" dirty="0">
                <a:solidFill>
                  <a:srgbClr val="C26F3C"/>
                </a:solidFill>
                <a:latin typeface="Arial"/>
                <a:cs typeface="Arial"/>
              </a:rPr>
              <a:t>W</a:t>
            </a:r>
            <a:r>
              <a:rPr sz="1550" b="1" spc="31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90" dirty="0">
                <a:solidFill>
                  <a:srgbClr val="C26F3C"/>
                </a:solidFill>
                <a:latin typeface="Arial"/>
                <a:cs typeface="Arial"/>
              </a:rPr>
              <a:t>I</a:t>
            </a:r>
            <a:r>
              <a:rPr sz="1550" b="1" spc="-17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55" dirty="0">
                <a:solidFill>
                  <a:srgbClr val="C26F3C"/>
                </a:solidFill>
                <a:latin typeface="Arial"/>
                <a:cs typeface="Arial"/>
              </a:rPr>
              <a:t>T</a:t>
            </a:r>
            <a:r>
              <a:rPr sz="1550" b="1" spc="47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145" dirty="0">
                <a:solidFill>
                  <a:srgbClr val="C26F3C"/>
                </a:solidFill>
                <a:latin typeface="Arial"/>
                <a:cs typeface="Arial"/>
              </a:rPr>
              <a:t>WO</a:t>
            </a:r>
            <a:r>
              <a:rPr sz="1550" b="1" spc="-21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35" dirty="0">
                <a:solidFill>
                  <a:srgbClr val="C26F3C"/>
                </a:solidFill>
                <a:latin typeface="Arial"/>
                <a:cs typeface="Arial"/>
              </a:rPr>
              <a:t>KS</a:t>
            </a:r>
            <a:endParaRPr sz="15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137900" y="1890814"/>
            <a:ext cx="4819650" cy="1851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54000" marR="486409" indent="-241300">
              <a:lnSpc>
                <a:spcPts val="2000"/>
              </a:lnSpc>
              <a:spcBef>
                <a:spcPts val="310"/>
              </a:spcBef>
              <a:buChar char="•"/>
              <a:tabLst>
                <a:tab pos="254000" algn="l"/>
              </a:tabLst>
            </a:pP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WHERE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5" dirty="0">
                <a:solidFill>
                  <a:srgbClr val="202F2E"/>
                </a:solidFill>
                <a:latin typeface="Lucida Sans Unicode"/>
                <a:cs typeface="Lucida Sans Unicode"/>
              </a:rPr>
              <a:t>name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IN</a:t>
            </a:r>
            <a:r>
              <a:rPr sz="1800" spc="-12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(...)</a:t>
            </a:r>
            <a:r>
              <a:rPr sz="1800" spc="-6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0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25" dirty="0">
                <a:solidFill>
                  <a:srgbClr val="202F2E"/>
                </a:solidFill>
                <a:latin typeface="Lucida Sans Unicode"/>
                <a:cs typeface="Lucida Sans Unicode"/>
              </a:rPr>
              <a:t>matches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the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75" dirty="0">
                <a:solidFill>
                  <a:srgbClr val="202F2E"/>
                </a:solidFill>
                <a:latin typeface="Lucida Sans Unicode"/>
                <a:cs typeface="Lucida Sans Unicode"/>
              </a:rPr>
              <a:t>name </a:t>
            </a:r>
            <a:r>
              <a:rPr sz="1800" spc="-170" dirty="0">
                <a:solidFill>
                  <a:srgbClr val="202F2E"/>
                </a:solidFill>
                <a:latin typeface="Lucida Sans Unicode"/>
                <a:cs typeface="Lucida Sans Unicode"/>
              </a:rPr>
              <a:t>column</a:t>
            </a:r>
            <a:r>
              <a:rPr sz="1800" spc="-17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against</a:t>
            </a:r>
            <a:r>
              <a:rPr sz="1800" spc="-110" dirty="0">
                <a:solidFill>
                  <a:srgbClr val="202F2E"/>
                </a:solidFill>
                <a:latin typeface="Lucida Sans Unicode"/>
                <a:cs typeface="Lucida Sans Unicode"/>
              </a:rPr>
              <a:t> a</a:t>
            </a:r>
            <a:r>
              <a:rPr sz="1800" spc="-24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25" dirty="0">
                <a:solidFill>
                  <a:srgbClr val="202F2E"/>
                </a:solidFill>
                <a:latin typeface="Lucida Sans Unicode"/>
                <a:cs typeface="Lucida Sans Unicode"/>
              </a:rPr>
              <a:t>list</a:t>
            </a:r>
            <a:r>
              <a:rPr sz="1800" spc="-22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of</a:t>
            </a:r>
            <a:r>
              <a:rPr sz="1800" spc="-23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02F2E"/>
                </a:solidFill>
                <a:latin typeface="Lucida Sans Unicode"/>
                <a:cs typeface="Lucida Sans Unicode"/>
              </a:rPr>
              <a:t>values.</a:t>
            </a:r>
            <a:endParaRPr sz="1800">
              <a:latin typeface="Lucida Sans Unicode"/>
              <a:cs typeface="Lucida Sans Unicode"/>
            </a:endParaRPr>
          </a:p>
          <a:p>
            <a:pPr marL="254000" marR="142875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IN</a:t>
            </a:r>
            <a:r>
              <a:rPr sz="1800" spc="-12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is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equivalent</a:t>
            </a:r>
            <a:r>
              <a:rPr sz="1800" spc="-21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to</a:t>
            </a:r>
            <a:r>
              <a:rPr sz="1800" spc="-24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14" dirty="0">
                <a:solidFill>
                  <a:srgbClr val="202F2E"/>
                </a:solidFill>
                <a:latin typeface="Lucida Sans Unicode"/>
                <a:cs typeface="Lucida Sans Unicode"/>
              </a:rPr>
              <a:t>three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75" dirty="0">
                <a:solidFill>
                  <a:srgbClr val="202F2E"/>
                </a:solidFill>
                <a:latin typeface="Lucida Sans Unicode"/>
                <a:cs typeface="Lucida Sans Unicode"/>
              </a:rPr>
              <a:t>OR</a:t>
            </a:r>
            <a:r>
              <a:rPr sz="1800" spc="-150" dirty="0">
                <a:solidFill>
                  <a:srgbClr val="202F2E"/>
                </a:solidFill>
                <a:latin typeface="Lucida Sans Unicode"/>
                <a:cs typeface="Lucida Sans Unicode"/>
              </a:rPr>
              <a:t> conditions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0" dirty="0">
                <a:solidFill>
                  <a:srgbClr val="202F2E"/>
                </a:solidFill>
                <a:latin typeface="Lucida Sans Unicode"/>
                <a:cs typeface="Lucida Sans Unicode"/>
              </a:rPr>
              <a:t>chained </a:t>
            </a:r>
            <a:r>
              <a:rPr sz="1800" spc="-155" dirty="0">
                <a:solidFill>
                  <a:srgbClr val="202F2E"/>
                </a:solidFill>
                <a:latin typeface="Lucida Sans Unicode"/>
                <a:cs typeface="Lucida Sans Unicode"/>
              </a:rPr>
              <a:t>together,</a:t>
            </a:r>
            <a:r>
              <a:rPr sz="1800" spc="-7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just</a:t>
            </a:r>
            <a:r>
              <a:rPr sz="1800" spc="-20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02F2E"/>
                </a:solidFill>
                <a:latin typeface="Lucida Sans Unicode"/>
                <a:cs typeface="Lucida Sans Unicode"/>
              </a:rPr>
              <a:t>cleaner.</a:t>
            </a:r>
            <a:endParaRPr sz="1800">
              <a:latin typeface="Lucida Sans Unicode"/>
              <a:cs typeface="Lucida Sans Unicode"/>
            </a:endParaRPr>
          </a:p>
          <a:p>
            <a:pPr marL="254000" marR="5080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spc="-125" dirty="0">
                <a:solidFill>
                  <a:srgbClr val="202F2E"/>
                </a:solidFill>
                <a:latin typeface="Lucida Sans Unicode"/>
                <a:cs typeface="Lucida Sans Unicode"/>
              </a:rPr>
              <a:t>Returns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00" dirty="0">
                <a:solidFill>
                  <a:srgbClr val="202F2E"/>
                </a:solidFill>
                <a:latin typeface="Lucida Sans Unicode"/>
                <a:cs typeface="Lucida Sans Unicode"/>
              </a:rPr>
              <a:t>full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25" dirty="0">
                <a:solidFill>
                  <a:srgbClr val="202F2E"/>
                </a:solidFill>
                <a:latin typeface="Lucida Sans Unicode"/>
                <a:cs typeface="Lucida Sans Unicode"/>
              </a:rPr>
              <a:t>director</a:t>
            </a:r>
            <a:r>
              <a:rPr sz="1800" spc="-6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records,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65" dirty="0">
                <a:solidFill>
                  <a:srgbClr val="202F2E"/>
                </a:solidFill>
                <a:latin typeface="Lucida Sans Unicode"/>
                <a:cs typeface="Lucida Sans Unicode"/>
              </a:rPr>
              <a:t>but</a:t>
            </a:r>
            <a:r>
              <a:rPr sz="1800" spc="-22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20" dirty="0">
                <a:solidFill>
                  <a:srgbClr val="202F2E"/>
                </a:solidFill>
                <a:latin typeface="Lucida Sans Unicode"/>
                <a:cs typeface="Lucida Sans Unicode"/>
              </a:rPr>
              <a:t>only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for</a:t>
            </a:r>
            <a:r>
              <a:rPr sz="1800" spc="-17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65" dirty="0">
                <a:solidFill>
                  <a:srgbClr val="202F2E"/>
                </a:solidFill>
                <a:latin typeface="Lucida Sans Unicode"/>
                <a:cs typeface="Lucida Sans Unicode"/>
              </a:rPr>
              <a:t>names </a:t>
            </a:r>
            <a:r>
              <a:rPr sz="1800" spc="-210" dirty="0">
                <a:solidFill>
                  <a:srgbClr val="202F2E"/>
                </a:solidFill>
                <a:latin typeface="Lucida Sans Unicode"/>
                <a:cs typeface="Lucida Sans Unicode"/>
              </a:rPr>
              <a:t>on</a:t>
            </a:r>
            <a:r>
              <a:rPr sz="1800" spc="-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5" dirty="0">
                <a:solidFill>
                  <a:srgbClr val="202F2E"/>
                </a:solidFill>
                <a:latin typeface="Lucida Sans Unicode"/>
                <a:cs typeface="Lucida Sans Unicode"/>
              </a:rPr>
              <a:t>the</a:t>
            </a:r>
            <a:r>
              <a:rPr sz="1800" spc="-11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02F2E"/>
                </a:solidFill>
                <a:latin typeface="Lucida Sans Unicode"/>
                <a:cs typeface="Lucida Sans Unicode"/>
              </a:rPr>
              <a:t>list.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73600" y="5236051"/>
            <a:ext cx="3993515" cy="14008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110" dirty="0">
                <a:solidFill>
                  <a:srgbClr val="C26F3C"/>
                </a:solidFill>
                <a:latin typeface="Arial"/>
                <a:cs typeface="Arial"/>
              </a:rPr>
              <a:t>E</a:t>
            </a:r>
            <a:r>
              <a:rPr sz="1550" b="1" spc="-16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C26F3C"/>
                </a:solidFill>
                <a:latin typeface="Arial"/>
                <a:cs typeface="Arial"/>
              </a:rPr>
              <a:t>S</a:t>
            </a:r>
            <a:r>
              <a:rPr sz="1550" b="1" spc="-22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30" dirty="0">
                <a:solidFill>
                  <a:srgbClr val="C26F3C"/>
                </a:solidFill>
                <a:latin typeface="Arial"/>
                <a:cs typeface="Arial"/>
              </a:rPr>
              <a:t>U</a:t>
            </a:r>
            <a:r>
              <a:rPr sz="1550" b="1" spc="-14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70" dirty="0">
                <a:solidFill>
                  <a:srgbClr val="C26F3C"/>
                </a:solidFill>
                <a:latin typeface="Arial"/>
                <a:cs typeface="Arial"/>
              </a:rPr>
              <a:t>LT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4"/>
              </a:spcBef>
            </a:pPr>
            <a:endParaRPr sz="150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</a:pPr>
            <a:r>
              <a:rPr sz="2400" b="1" spc="-100" dirty="0">
                <a:solidFill>
                  <a:srgbClr val="0A3C41"/>
                </a:solidFill>
                <a:latin typeface="Tahoma"/>
                <a:cs typeface="Tahoma"/>
              </a:rPr>
              <a:t>3</a:t>
            </a:r>
            <a:r>
              <a:rPr sz="2400" b="1" spc="-204" dirty="0">
                <a:solidFill>
                  <a:srgbClr val="0A3C41"/>
                </a:solidFill>
                <a:latin typeface="Tahoma"/>
                <a:cs typeface="Tahoma"/>
              </a:rPr>
              <a:t> </a:t>
            </a:r>
            <a:r>
              <a:rPr sz="2400" b="1" spc="-160" dirty="0">
                <a:solidFill>
                  <a:srgbClr val="0A3C41"/>
                </a:solidFill>
                <a:latin typeface="Verdana"/>
                <a:cs typeface="Verdana"/>
              </a:rPr>
              <a:t>d</a:t>
            </a:r>
            <a:r>
              <a:rPr sz="2450" b="1" spc="-160" dirty="0">
                <a:solidFill>
                  <a:srgbClr val="0A3C41"/>
                </a:solidFill>
                <a:latin typeface="Arial"/>
                <a:cs typeface="Arial"/>
              </a:rPr>
              <a:t>ir</a:t>
            </a:r>
            <a:r>
              <a:rPr sz="2400" b="1" spc="-160" dirty="0">
                <a:solidFill>
                  <a:srgbClr val="0A3C41"/>
                </a:solidFill>
                <a:latin typeface="Verdana"/>
                <a:cs typeface="Verdana"/>
              </a:rPr>
              <a:t>ec</a:t>
            </a:r>
            <a:r>
              <a:rPr sz="2450" b="1" spc="-160" dirty="0">
                <a:solidFill>
                  <a:srgbClr val="0A3C41"/>
                </a:solidFill>
                <a:latin typeface="Arial"/>
                <a:cs typeface="Arial"/>
              </a:rPr>
              <a:t>tors</a:t>
            </a:r>
            <a:r>
              <a:rPr sz="2450" b="1" spc="-200" dirty="0">
                <a:solidFill>
                  <a:srgbClr val="0A3C41"/>
                </a:solidFill>
                <a:latin typeface="Arial"/>
                <a:cs typeface="Arial"/>
              </a:rPr>
              <a:t> </a:t>
            </a:r>
            <a:r>
              <a:rPr sz="2450" b="1" spc="-20" dirty="0">
                <a:solidFill>
                  <a:srgbClr val="0A3C41"/>
                </a:solidFill>
                <a:latin typeface="Arial"/>
                <a:cs typeface="Arial"/>
              </a:rPr>
              <a:t>foun</a:t>
            </a:r>
            <a:r>
              <a:rPr sz="2400" b="1" spc="-20" dirty="0">
                <a:solidFill>
                  <a:srgbClr val="0A3C41"/>
                </a:solidFill>
                <a:latin typeface="Verdana"/>
                <a:cs typeface="Verdana"/>
              </a:rPr>
              <a:t>d</a:t>
            </a:r>
            <a:endParaRPr sz="2400">
              <a:latin typeface="Verdana"/>
              <a:cs typeface="Verdana"/>
            </a:endParaRPr>
          </a:p>
          <a:p>
            <a:pPr marL="381000">
              <a:lnSpc>
                <a:spcPct val="100000"/>
              </a:lnSpc>
              <a:spcBef>
                <a:spcPts val="509"/>
              </a:spcBef>
            </a:pPr>
            <a:r>
              <a:rPr sz="1650" spc="-20" dirty="0">
                <a:solidFill>
                  <a:srgbClr val="5C726F"/>
                </a:solidFill>
                <a:latin typeface="Lucida Sans Unicode"/>
                <a:cs typeface="Lucida Sans Unicode"/>
              </a:rPr>
              <a:t>James</a:t>
            </a:r>
            <a:r>
              <a:rPr sz="1650" spc="-19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25" dirty="0">
                <a:solidFill>
                  <a:srgbClr val="5C726F"/>
                </a:solidFill>
                <a:latin typeface="Lucida Sans Unicode"/>
                <a:cs typeface="Lucida Sans Unicode"/>
              </a:rPr>
              <a:t>Cameron</a:t>
            </a:r>
            <a:r>
              <a:rPr sz="1800" spc="-125" dirty="0">
                <a:solidFill>
                  <a:srgbClr val="5C726F"/>
                </a:solidFill>
                <a:latin typeface="Lucida Sans Unicode"/>
                <a:cs typeface="Lucida Sans Unicode"/>
              </a:rPr>
              <a:t>,</a:t>
            </a:r>
            <a:r>
              <a:rPr sz="1800" spc="-16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70" dirty="0">
                <a:solidFill>
                  <a:srgbClr val="5C726F"/>
                </a:solidFill>
                <a:latin typeface="Lucida Sans Unicode"/>
                <a:cs typeface="Lucida Sans Unicode"/>
              </a:rPr>
              <a:t>Luc</a:t>
            </a:r>
            <a:r>
              <a:rPr sz="1650" spc="-16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05" dirty="0">
                <a:solidFill>
                  <a:srgbClr val="5C726F"/>
                </a:solidFill>
                <a:latin typeface="Lucida Sans Unicode"/>
                <a:cs typeface="Lucida Sans Unicode"/>
              </a:rPr>
              <a:t>Besson</a:t>
            </a:r>
            <a:r>
              <a:rPr sz="1800" spc="-105" dirty="0">
                <a:solidFill>
                  <a:srgbClr val="5C726F"/>
                </a:solidFill>
                <a:latin typeface="Lucida Sans Unicode"/>
                <a:cs typeface="Lucida Sans Unicode"/>
              </a:rPr>
              <a:t>,</a:t>
            </a:r>
            <a:r>
              <a:rPr sz="1800" spc="-16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40" dirty="0">
                <a:solidFill>
                  <a:srgbClr val="5C726F"/>
                </a:solidFill>
                <a:latin typeface="Lucida Sans Unicode"/>
                <a:cs typeface="Lucida Sans Unicode"/>
              </a:rPr>
              <a:t>John</a:t>
            </a:r>
            <a:r>
              <a:rPr sz="1650" spc="-16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5C726F"/>
                </a:solidFill>
                <a:latin typeface="Lucida Sans Unicode"/>
                <a:cs typeface="Lucida Sans Unicode"/>
              </a:rPr>
              <a:t>Woo</a:t>
            </a:r>
            <a:endParaRPr sz="1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9" y="731531"/>
            <a:ext cx="756285" cy="756285"/>
          </a:xfrm>
          <a:prstGeom prst="rect">
            <a:avLst/>
          </a:prstGeom>
          <a:solidFill>
            <a:srgbClr val="C26F3C"/>
          </a:solidFill>
        </p:spPr>
        <p:txBody>
          <a:bodyPr vert="horz" wrap="square" lIns="0" tIns="100330" rIns="0" bIns="0" rtlCol="0">
            <a:spAutoFit/>
          </a:bodyPr>
          <a:lstStyle/>
          <a:p>
            <a:pPr marL="253365">
              <a:lnSpc>
                <a:spcPct val="100000"/>
              </a:lnSpc>
              <a:spcBef>
                <a:spcPts val="790"/>
              </a:spcBef>
            </a:pPr>
            <a:r>
              <a:rPr sz="3350" b="1" spc="-320" dirty="0">
                <a:solidFill>
                  <a:srgbClr val="072529"/>
                </a:solidFill>
                <a:latin typeface="Arial"/>
                <a:cs typeface="Arial"/>
              </a:rPr>
              <a:t>E</a:t>
            </a:r>
            <a:endParaRPr sz="33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6900" y="1970430"/>
            <a:ext cx="252412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30" dirty="0">
                <a:solidFill>
                  <a:srgbClr val="DFA06A"/>
                </a:solidFill>
                <a:latin typeface="Arial"/>
                <a:cs typeface="Arial"/>
              </a:rPr>
              <a:t>F</a:t>
            </a:r>
            <a:r>
              <a:rPr sz="1650" b="1" spc="-25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105" dirty="0">
                <a:solidFill>
                  <a:srgbClr val="DFA06A"/>
                </a:solidFill>
                <a:latin typeface="Arial"/>
                <a:cs typeface="Arial"/>
              </a:rPr>
              <a:t>I</a:t>
            </a:r>
            <a:r>
              <a:rPr sz="1650" b="1" spc="-229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55" dirty="0">
                <a:solidFill>
                  <a:srgbClr val="DFA06A"/>
                </a:solidFill>
                <a:latin typeface="Arial"/>
                <a:cs typeface="Arial"/>
              </a:rPr>
              <a:t>LTE</a:t>
            </a:r>
            <a:r>
              <a:rPr sz="1650" b="1" spc="-254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55" dirty="0">
                <a:solidFill>
                  <a:srgbClr val="DFA06A"/>
                </a:solidFill>
                <a:latin typeface="Arial"/>
                <a:cs typeface="Arial"/>
              </a:rPr>
              <a:t>RI</a:t>
            </a:r>
            <a:r>
              <a:rPr sz="1650" b="1" spc="-229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45" dirty="0">
                <a:solidFill>
                  <a:srgbClr val="DFA06A"/>
                </a:solidFill>
                <a:latin typeface="Arial"/>
                <a:cs typeface="Arial"/>
              </a:rPr>
              <a:t>N</a:t>
            </a:r>
            <a:r>
              <a:rPr sz="1650" b="1" spc="-21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DFA06A"/>
                </a:solidFill>
                <a:latin typeface="Arial"/>
                <a:cs typeface="Arial"/>
              </a:rPr>
              <a:t>G</a:t>
            </a:r>
            <a:r>
              <a:rPr sz="1650" b="1" spc="5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DFA06A"/>
                </a:solidFill>
                <a:latin typeface="Arial Black"/>
                <a:cs typeface="Arial Black"/>
              </a:rPr>
              <a:t>&amp;</a:t>
            </a:r>
            <a:r>
              <a:rPr sz="1650" spc="5" dirty="0">
                <a:solidFill>
                  <a:srgbClr val="DFA06A"/>
                </a:solidFill>
                <a:latin typeface="Arial Black"/>
                <a:cs typeface="Arial Black"/>
              </a:rPr>
              <a:t> </a:t>
            </a:r>
            <a:r>
              <a:rPr sz="1650" b="1" spc="50" dirty="0">
                <a:solidFill>
                  <a:srgbClr val="DFA06A"/>
                </a:solidFill>
                <a:latin typeface="Arial"/>
                <a:cs typeface="Arial"/>
              </a:rPr>
              <a:t>SEARCH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900" y="2418974"/>
            <a:ext cx="2459355" cy="145097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570"/>
              </a:spcBef>
            </a:pPr>
            <a:r>
              <a:rPr sz="3250" b="1" spc="-80" dirty="0">
                <a:solidFill>
                  <a:srgbClr val="FAFAF6"/>
                </a:solidFill>
                <a:latin typeface="Arial"/>
                <a:cs typeface="Arial"/>
              </a:rPr>
              <a:t>D</a:t>
            </a:r>
            <a:r>
              <a:rPr sz="3350" b="1" spc="-80" dirty="0">
                <a:solidFill>
                  <a:srgbClr val="FAFAF6"/>
                </a:solidFill>
                <a:latin typeface="Tahoma"/>
                <a:cs typeface="Tahoma"/>
              </a:rPr>
              <a:t>ir</a:t>
            </a:r>
            <a:r>
              <a:rPr sz="3250" b="1" spc="-80" dirty="0">
                <a:solidFill>
                  <a:srgbClr val="FAFAF6"/>
                </a:solidFill>
                <a:latin typeface="Arial"/>
                <a:cs typeface="Arial"/>
              </a:rPr>
              <a:t>ec</a:t>
            </a:r>
            <a:r>
              <a:rPr sz="3350" b="1" spc="-80" dirty="0">
                <a:solidFill>
                  <a:srgbClr val="FAFAF6"/>
                </a:solidFill>
                <a:latin typeface="Tahoma"/>
                <a:cs typeface="Tahoma"/>
              </a:rPr>
              <a:t>tors </a:t>
            </a:r>
            <a:r>
              <a:rPr sz="3250" b="1" spc="-155" dirty="0">
                <a:solidFill>
                  <a:srgbClr val="FAFAF6"/>
                </a:solidFill>
                <a:latin typeface="Arial"/>
                <a:cs typeface="Arial"/>
              </a:rPr>
              <a:t>W</a:t>
            </a:r>
            <a:r>
              <a:rPr sz="3350" b="1" spc="-155" dirty="0">
                <a:solidFill>
                  <a:srgbClr val="FAFAF6"/>
                </a:solidFill>
                <a:latin typeface="Tahoma"/>
                <a:cs typeface="Tahoma"/>
              </a:rPr>
              <a:t>hos</a:t>
            </a:r>
            <a:r>
              <a:rPr sz="3250" b="1" spc="-155" dirty="0">
                <a:solidFill>
                  <a:srgbClr val="FAFAF6"/>
                </a:solidFill>
                <a:latin typeface="Arial"/>
                <a:cs typeface="Arial"/>
              </a:rPr>
              <a:t>e</a:t>
            </a:r>
            <a:r>
              <a:rPr sz="3250" b="1" spc="-290" dirty="0">
                <a:solidFill>
                  <a:srgbClr val="FAFAF6"/>
                </a:solidFill>
                <a:latin typeface="Arial"/>
                <a:cs typeface="Arial"/>
              </a:rPr>
              <a:t> </a:t>
            </a:r>
            <a:r>
              <a:rPr sz="3250" b="1" spc="-180" dirty="0">
                <a:solidFill>
                  <a:srgbClr val="FAFAF6"/>
                </a:solidFill>
                <a:latin typeface="Arial"/>
                <a:cs typeface="Arial"/>
              </a:rPr>
              <a:t>Na</a:t>
            </a:r>
            <a:r>
              <a:rPr sz="3350" b="1" spc="-180" dirty="0">
                <a:solidFill>
                  <a:srgbClr val="FAFAF6"/>
                </a:solidFill>
                <a:latin typeface="Tahoma"/>
                <a:cs typeface="Tahoma"/>
              </a:rPr>
              <a:t>m</a:t>
            </a:r>
            <a:r>
              <a:rPr sz="3250" b="1" spc="-180" dirty="0">
                <a:solidFill>
                  <a:srgbClr val="FAFAF6"/>
                </a:solidFill>
                <a:latin typeface="Arial"/>
                <a:cs typeface="Arial"/>
              </a:rPr>
              <a:t>e </a:t>
            </a:r>
            <a:r>
              <a:rPr sz="3250" b="1" spc="-190" dirty="0">
                <a:solidFill>
                  <a:srgbClr val="FAFAF6"/>
                </a:solidFill>
                <a:latin typeface="Arial"/>
                <a:cs typeface="Arial"/>
              </a:rPr>
              <a:t>S</a:t>
            </a:r>
            <a:r>
              <a:rPr sz="3350" b="1" spc="-190" dirty="0">
                <a:solidFill>
                  <a:srgbClr val="FAFAF6"/>
                </a:solidFill>
                <a:latin typeface="Tahoma"/>
                <a:cs typeface="Tahoma"/>
              </a:rPr>
              <a:t>t</a:t>
            </a:r>
            <a:r>
              <a:rPr sz="3250" b="1" spc="-190" dirty="0">
                <a:solidFill>
                  <a:srgbClr val="FAFAF6"/>
                </a:solidFill>
                <a:latin typeface="Arial"/>
                <a:cs typeface="Arial"/>
              </a:rPr>
              <a:t>a</a:t>
            </a:r>
            <a:r>
              <a:rPr sz="3350" b="1" spc="-190" dirty="0">
                <a:solidFill>
                  <a:srgbClr val="FAFAF6"/>
                </a:solidFill>
                <a:latin typeface="Tahoma"/>
                <a:cs typeface="Tahoma"/>
              </a:rPr>
              <a:t>rts</a:t>
            </a:r>
            <a:r>
              <a:rPr sz="3350" b="1" spc="-440" dirty="0">
                <a:solidFill>
                  <a:srgbClr val="FAFAF6"/>
                </a:solidFill>
                <a:latin typeface="Tahoma"/>
                <a:cs typeface="Tahoma"/>
              </a:rPr>
              <a:t> </a:t>
            </a:r>
            <a:r>
              <a:rPr sz="3250" b="1" spc="-135" dirty="0">
                <a:solidFill>
                  <a:srgbClr val="FAFAF6"/>
                </a:solidFill>
                <a:latin typeface="Arial"/>
                <a:cs typeface="Arial"/>
              </a:rPr>
              <a:t>W</a:t>
            </a:r>
            <a:r>
              <a:rPr sz="3350" b="1" spc="-135" dirty="0">
                <a:solidFill>
                  <a:srgbClr val="FAFAF6"/>
                </a:solidFill>
                <a:latin typeface="Tahoma"/>
                <a:cs typeface="Tahoma"/>
              </a:rPr>
              <a:t>ith</a:t>
            </a:r>
            <a:r>
              <a:rPr sz="3350" b="1" spc="-390" dirty="0">
                <a:solidFill>
                  <a:srgbClr val="FAFAF6"/>
                </a:solidFill>
                <a:latin typeface="Tahoma"/>
                <a:cs typeface="Tahoma"/>
              </a:rPr>
              <a:t> </a:t>
            </a:r>
            <a:r>
              <a:rPr sz="3250" b="1" spc="-50" dirty="0">
                <a:solidFill>
                  <a:srgbClr val="FAFAF6"/>
                </a:solidFill>
                <a:latin typeface="Arial"/>
                <a:cs typeface="Arial"/>
              </a:rPr>
              <a:t>S</a:t>
            </a:r>
            <a:endParaRPr sz="32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1027" y="1068455"/>
            <a:ext cx="1741360" cy="1822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23161" y="1068455"/>
            <a:ext cx="427045" cy="181976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010946" y="1120368"/>
            <a:ext cx="598170" cy="130810"/>
          </a:xfrm>
          <a:custGeom>
            <a:avLst/>
            <a:gdLst/>
            <a:ahLst/>
            <a:cxnLst/>
            <a:rect l="l" t="t" r="r" b="b"/>
            <a:pathLst>
              <a:path w="598170" h="130809">
                <a:moveTo>
                  <a:pt x="129844" y="33667"/>
                </a:moveTo>
                <a:lnTo>
                  <a:pt x="103085" y="927"/>
                </a:lnTo>
                <a:lnTo>
                  <a:pt x="93903" y="228"/>
                </a:lnTo>
                <a:lnTo>
                  <a:pt x="87439" y="622"/>
                </a:lnTo>
                <a:lnTo>
                  <a:pt x="52209" y="18796"/>
                </a:lnTo>
                <a:lnTo>
                  <a:pt x="47599" y="24091"/>
                </a:lnTo>
                <a:lnTo>
                  <a:pt x="47078" y="24091"/>
                </a:lnTo>
                <a:lnTo>
                  <a:pt x="51142" y="3175"/>
                </a:lnTo>
                <a:lnTo>
                  <a:pt x="31102" y="3175"/>
                </a:lnTo>
                <a:lnTo>
                  <a:pt x="0" y="127596"/>
                </a:lnTo>
                <a:lnTo>
                  <a:pt x="21209" y="127596"/>
                </a:lnTo>
                <a:lnTo>
                  <a:pt x="40335" y="51015"/>
                </a:lnTo>
                <a:lnTo>
                  <a:pt x="43865" y="43624"/>
                </a:lnTo>
                <a:lnTo>
                  <a:pt x="53733" y="31292"/>
                </a:lnTo>
                <a:lnTo>
                  <a:pt x="59321" y="26682"/>
                </a:lnTo>
                <a:lnTo>
                  <a:pt x="71818" y="20548"/>
                </a:lnTo>
                <a:lnTo>
                  <a:pt x="78143" y="19024"/>
                </a:lnTo>
                <a:lnTo>
                  <a:pt x="92862" y="19024"/>
                </a:lnTo>
                <a:lnTo>
                  <a:pt x="99047" y="21463"/>
                </a:lnTo>
                <a:lnTo>
                  <a:pt x="107175" y="31191"/>
                </a:lnTo>
                <a:lnTo>
                  <a:pt x="108026" y="38404"/>
                </a:lnTo>
                <a:lnTo>
                  <a:pt x="85712" y="127596"/>
                </a:lnTo>
                <a:lnTo>
                  <a:pt x="107162" y="127596"/>
                </a:lnTo>
                <a:lnTo>
                  <a:pt x="128193" y="43472"/>
                </a:lnTo>
                <a:lnTo>
                  <a:pt x="129844" y="33667"/>
                </a:lnTo>
                <a:close/>
              </a:path>
              <a:path w="598170" h="130809">
                <a:moveTo>
                  <a:pt x="259676" y="50634"/>
                </a:moveTo>
                <a:lnTo>
                  <a:pt x="242684" y="50634"/>
                </a:lnTo>
                <a:lnTo>
                  <a:pt x="238404" y="50634"/>
                </a:lnTo>
                <a:lnTo>
                  <a:pt x="234391" y="51054"/>
                </a:lnTo>
                <a:lnTo>
                  <a:pt x="234391" y="66687"/>
                </a:lnTo>
                <a:lnTo>
                  <a:pt x="230403" y="82651"/>
                </a:lnTo>
                <a:lnTo>
                  <a:pt x="227228" y="89395"/>
                </a:lnTo>
                <a:lnTo>
                  <a:pt x="222821" y="95021"/>
                </a:lnTo>
                <a:lnTo>
                  <a:pt x="218465" y="100634"/>
                </a:lnTo>
                <a:lnTo>
                  <a:pt x="213258" y="104940"/>
                </a:lnTo>
                <a:lnTo>
                  <a:pt x="201206" y="110871"/>
                </a:lnTo>
                <a:lnTo>
                  <a:pt x="194868" y="112331"/>
                </a:lnTo>
                <a:lnTo>
                  <a:pt x="178676" y="112331"/>
                </a:lnTo>
                <a:lnTo>
                  <a:pt x="172237" y="110261"/>
                </a:lnTo>
                <a:lnTo>
                  <a:pt x="165481" y="101930"/>
                </a:lnTo>
                <a:lnTo>
                  <a:pt x="164503" y="96964"/>
                </a:lnTo>
                <a:lnTo>
                  <a:pt x="167017" y="86791"/>
                </a:lnTo>
                <a:lnTo>
                  <a:pt x="234391" y="66687"/>
                </a:lnTo>
                <a:lnTo>
                  <a:pt x="234391" y="51054"/>
                </a:lnTo>
                <a:lnTo>
                  <a:pt x="192620" y="55829"/>
                </a:lnTo>
                <a:lnTo>
                  <a:pt x="156730" y="70116"/>
                </a:lnTo>
                <a:lnTo>
                  <a:pt x="142417" y="106172"/>
                </a:lnTo>
                <a:lnTo>
                  <a:pt x="146418" y="117754"/>
                </a:lnTo>
                <a:lnTo>
                  <a:pt x="150342" y="122250"/>
                </a:lnTo>
                <a:lnTo>
                  <a:pt x="162052" y="128689"/>
                </a:lnTo>
                <a:lnTo>
                  <a:pt x="169545" y="130302"/>
                </a:lnTo>
                <a:lnTo>
                  <a:pt x="187071" y="130302"/>
                </a:lnTo>
                <a:lnTo>
                  <a:pt x="219900" y="112331"/>
                </a:lnTo>
                <a:lnTo>
                  <a:pt x="223240" y="108445"/>
                </a:lnTo>
                <a:lnTo>
                  <a:pt x="223710" y="108445"/>
                </a:lnTo>
                <a:lnTo>
                  <a:pt x="222173" y="116027"/>
                </a:lnTo>
                <a:lnTo>
                  <a:pt x="221234" y="122415"/>
                </a:lnTo>
                <a:lnTo>
                  <a:pt x="220878" y="127596"/>
                </a:lnTo>
                <a:lnTo>
                  <a:pt x="241617" y="127596"/>
                </a:lnTo>
                <a:lnTo>
                  <a:pt x="242531" y="121920"/>
                </a:lnTo>
                <a:lnTo>
                  <a:pt x="243814" y="115328"/>
                </a:lnTo>
                <a:lnTo>
                  <a:pt x="245338" y="108445"/>
                </a:lnTo>
                <a:lnTo>
                  <a:pt x="245491" y="107721"/>
                </a:lnTo>
                <a:lnTo>
                  <a:pt x="247573" y="99136"/>
                </a:lnTo>
                <a:lnTo>
                  <a:pt x="259676" y="50634"/>
                </a:lnTo>
                <a:close/>
              </a:path>
              <a:path w="598170" h="130809">
                <a:moveTo>
                  <a:pt x="263080" y="30162"/>
                </a:moveTo>
                <a:lnTo>
                  <a:pt x="260159" y="18491"/>
                </a:lnTo>
                <a:lnTo>
                  <a:pt x="259664" y="16484"/>
                </a:lnTo>
                <a:lnTo>
                  <a:pt x="255536" y="10896"/>
                </a:lnTo>
                <a:lnTo>
                  <a:pt x="221005" y="0"/>
                </a:lnTo>
                <a:lnTo>
                  <a:pt x="213461" y="0"/>
                </a:lnTo>
                <a:lnTo>
                  <a:pt x="171323" y="21082"/>
                </a:lnTo>
                <a:lnTo>
                  <a:pt x="162496" y="35344"/>
                </a:lnTo>
                <a:lnTo>
                  <a:pt x="181406" y="40589"/>
                </a:lnTo>
                <a:lnTo>
                  <a:pt x="185420" y="33477"/>
                </a:lnTo>
                <a:lnTo>
                  <a:pt x="190461" y="28016"/>
                </a:lnTo>
                <a:lnTo>
                  <a:pt x="202679" y="20396"/>
                </a:lnTo>
                <a:lnTo>
                  <a:pt x="209702" y="18491"/>
                </a:lnTo>
                <a:lnTo>
                  <a:pt x="226720" y="18491"/>
                </a:lnTo>
                <a:lnTo>
                  <a:pt x="233133" y="21082"/>
                </a:lnTo>
                <a:lnTo>
                  <a:pt x="240677" y="31457"/>
                </a:lnTo>
                <a:lnTo>
                  <a:pt x="241427" y="38582"/>
                </a:lnTo>
                <a:lnTo>
                  <a:pt x="238518" y="50190"/>
                </a:lnTo>
                <a:lnTo>
                  <a:pt x="242798" y="50190"/>
                </a:lnTo>
                <a:lnTo>
                  <a:pt x="259791" y="50190"/>
                </a:lnTo>
                <a:lnTo>
                  <a:pt x="263004" y="37325"/>
                </a:lnTo>
                <a:lnTo>
                  <a:pt x="263080" y="30162"/>
                </a:lnTo>
                <a:close/>
              </a:path>
              <a:path w="598170" h="130809">
                <a:moveTo>
                  <a:pt x="469366" y="30314"/>
                </a:moveTo>
                <a:lnTo>
                  <a:pt x="444119" y="228"/>
                </a:lnTo>
                <a:lnTo>
                  <a:pt x="437019" y="228"/>
                </a:lnTo>
                <a:lnTo>
                  <a:pt x="398983" y="15621"/>
                </a:lnTo>
                <a:lnTo>
                  <a:pt x="389001" y="27330"/>
                </a:lnTo>
                <a:lnTo>
                  <a:pt x="388531" y="27330"/>
                </a:lnTo>
                <a:lnTo>
                  <a:pt x="388378" y="18491"/>
                </a:lnTo>
                <a:lnTo>
                  <a:pt x="385584" y="11772"/>
                </a:lnTo>
                <a:lnTo>
                  <a:pt x="374789" y="2552"/>
                </a:lnTo>
                <a:lnTo>
                  <a:pt x="367677" y="228"/>
                </a:lnTo>
                <a:lnTo>
                  <a:pt x="350393" y="228"/>
                </a:lnTo>
                <a:lnTo>
                  <a:pt x="314071" y="24028"/>
                </a:lnTo>
                <a:lnTo>
                  <a:pt x="313537" y="24028"/>
                </a:lnTo>
                <a:lnTo>
                  <a:pt x="317779" y="3175"/>
                </a:lnTo>
                <a:lnTo>
                  <a:pt x="297802" y="3175"/>
                </a:lnTo>
                <a:lnTo>
                  <a:pt x="266700" y="127596"/>
                </a:lnTo>
                <a:lnTo>
                  <a:pt x="287680" y="127596"/>
                </a:lnTo>
                <a:lnTo>
                  <a:pt x="307327" y="48945"/>
                </a:lnTo>
                <a:lnTo>
                  <a:pt x="310692" y="41935"/>
                </a:lnTo>
                <a:lnTo>
                  <a:pt x="320040" y="30391"/>
                </a:lnTo>
                <a:lnTo>
                  <a:pt x="325297" y="26111"/>
                </a:lnTo>
                <a:lnTo>
                  <a:pt x="337007" y="20497"/>
                </a:lnTo>
                <a:lnTo>
                  <a:pt x="342811" y="19075"/>
                </a:lnTo>
                <a:lnTo>
                  <a:pt x="355625" y="19075"/>
                </a:lnTo>
                <a:lnTo>
                  <a:pt x="360895" y="21399"/>
                </a:lnTo>
                <a:lnTo>
                  <a:pt x="367969" y="30632"/>
                </a:lnTo>
                <a:lnTo>
                  <a:pt x="368338" y="38442"/>
                </a:lnTo>
                <a:lnTo>
                  <a:pt x="346049" y="127596"/>
                </a:lnTo>
                <a:lnTo>
                  <a:pt x="367207" y="127596"/>
                </a:lnTo>
                <a:lnTo>
                  <a:pt x="386943" y="48641"/>
                </a:lnTo>
                <a:lnTo>
                  <a:pt x="416077" y="20421"/>
                </a:lnTo>
                <a:lnTo>
                  <a:pt x="421741" y="19075"/>
                </a:lnTo>
                <a:lnTo>
                  <a:pt x="434543" y="19075"/>
                </a:lnTo>
                <a:lnTo>
                  <a:pt x="439966" y="21437"/>
                </a:lnTo>
                <a:lnTo>
                  <a:pt x="447306" y="30822"/>
                </a:lnTo>
                <a:lnTo>
                  <a:pt x="447776" y="38595"/>
                </a:lnTo>
                <a:lnTo>
                  <a:pt x="425526" y="127596"/>
                </a:lnTo>
                <a:lnTo>
                  <a:pt x="446557" y="127596"/>
                </a:lnTo>
                <a:lnTo>
                  <a:pt x="467410" y="44183"/>
                </a:lnTo>
                <a:lnTo>
                  <a:pt x="468845" y="36918"/>
                </a:lnTo>
                <a:lnTo>
                  <a:pt x="469366" y="30314"/>
                </a:lnTo>
                <a:close/>
              </a:path>
              <a:path w="598170" h="130809">
                <a:moveTo>
                  <a:pt x="597992" y="41516"/>
                </a:moveTo>
                <a:lnTo>
                  <a:pt x="597204" y="33401"/>
                </a:lnTo>
                <a:lnTo>
                  <a:pt x="595350" y="25958"/>
                </a:lnTo>
                <a:lnTo>
                  <a:pt x="595287" y="25819"/>
                </a:lnTo>
                <a:lnTo>
                  <a:pt x="592416" y="19392"/>
                </a:lnTo>
                <a:lnTo>
                  <a:pt x="591997" y="18783"/>
                </a:lnTo>
                <a:lnTo>
                  <a:pt x="588429" y="13677"/>
                </a:lnTo>
                <a:lnTo>
                  <a:pt x="583361" y="8826"/>
                </a:lnTo>
                <a:lnTo>
                  <a:pt x="577519" y="5092"/>
                </a:lnTo>
                <a:lnTo>
                  <a:pt x="577519" y="45999"/>
                </a:lnTo>
                <a:lnTo>
                  <a:pt x="577456" y="46342"/>
                </a:lnTo>
                <a:lnTo>
                  <a:pt x="576414" y="52832"/>
                </a:lnTo>
                <a:lnTo>
                  <a:pt x="504621" y="52832"/>
                </a:lnTo>
                <a:lnTo>
                  <a:pt x="536079" y="20459"/>
                </a:lnTo>
                <a:lnTo>
                  <a:pt x="542620" y="18783"/>
                </a:lnTo>
                <a:lnTo>
                  <a:pt x="555574" y="18783"/>
                </a:lnTo>
                <a:lnTo>
                  <a:pt x="575056" y="34925"/>
                </a:lnTo>
                <a:lnTo>
                  <a:pt x="577062" y="40030"/>
                </a:lnTo>
                <a:lnTo>
                  <a:pt x="577176" y="41516"/>
                </a:lnTo>
                <a:lnTo>
                  <a:pt x="577519" y="45999"/>
                </a:lnTo>
                <a:lnTo>
                  <a:pt x="577519" y="5092"/>
                </a:lnTo>
                <a:lnTo>
                  <a:pt x="577329" y="4965"/>
                </a:lnTo>
                <a:lnTo>
                  <a:pt x="570433" y="2197"/>
                </a:lnTo>
                <a:lnTo>
                  <a:pt x="562444" y="495"/>
                </a:lnTo>
                <a:lnTo>
                  <a:pt x="561911" y="495"/>
                </a:lnTo>
                <a:lnTo>
                  <a:pt x="554024" y="0"/>
                </a:lnTo>
                <a:lnTo>
                  <a:pt x="514286" y="12509"/>
                </a:lnTo>
                <a:lnTo>
                  <a:pt x="485749" y="46342"/>
                </a:lnTo>
                <a:lnTo>
                  <a:pt x="477532" y="73914"/>
                </a:lnTo>
                <a:lnTo>
                  <a:pt x="476732" y="82664"/>
                </a:lnTo>
                <a:lnTo>
                  <a:pt x="493877" y="121945"/>
                </a:lnTo>
                <a:lnTo>
                  <a:pt x="523278" y="130124"/>
                </a:lnTo>
                <a:lnTo>
                  <a:pt x="529869" y="129844"/>
                </a:lnTo>
                <a:lnTo>
                  <a:pt x="570890" y="111810"/>
                </a:lnTo>
                <a:lnTo>
                  <a:pt x="585190" y="93256"/>
                </a:lnTo>
                <a:lnTo>
                  <a:pt x="567461" y="87884"/>
                </a:lnTo>
                <a:lnTo>
                  <a:pt x="562978" y="95745"/>
                </a:lnTo>
                <a:lnTo>
                  <a:pt x="557542" y="101688"/>
                </a:lnTo>
                <a:lnTo>
                  <a:pt x="544741" y="109778"/>
                </a:lnTo>
                <a:lnTo>
                  <a:pt x="537489" y="111810"/>
                </a:lnTo>
                <a:lnTo>
                  <a:pt x="521233" y="111810"/>
                </a:lnTo>
                <a:lnTo>
                  <a:pt x="514324" y="109778"/>
                </a:lnTo>
                <a:lnTo>
                  <a:pt x="514489" y="109778"/>
                </a:lnTo>
                <a:lnTo>
                  <a:pt x="509485" y="105981"/>
                </a:lnTo>
                <a:lnTo>
                  <a:pt x="504418" y="102044"/>
                </a:lnTo>
                <a:lnTo>
                  <a:pt x="501205" y="96507"/>
                </a:lnTo>
                <a:lnTo>
                  <a:pt x="499833" y="89357"/>
                </a:lnTo>
                <a:lnTo>
                  <a:pt x="498500" y="82169"/>
                </a:lnTo>
                <a:lnTo>
                  <a:pt x="499148" y="73914"/>
                </a:lnTo>
                <a:lnTo>
                  <a:pt x="499198" y="73723"/>
                </a:lnTo>
                <a:lnTo>
                  <a:pt x="500557" y="68859"/>
                </a:lnTo>
                <a:lnTo>
                  <a:pt x="593445" y="68859"/>
                </a:lnTo>
                <a:lnTo>
                  <a:pt x="596099" y="59245"/>
                </a:lnTo>
                <a:lnTo>
                  <a:pt x="596226" y="58496"/>
                </a:lnTo>
                <a:lnTo>
                  <a:pt x="597623" y="50126"/>
                </a:lnTo>
                <a:lnTo>
                  <a:pt x="597992" y="41516"/>
                </a:lnTo>
                <a:close/>
              </a:path>
            </a:pathLst>
          </a:custGeom>
          <a:solidFill>
            <a:srgbClr val="5C72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74648" y="1071943"/>
            <a:ext cx="812165" cy="226695"/>
          </a:xfrm>
          <a:custGeom>
            <a:avLst/>
            <a:gdLst/>
            <a:ahLst/>
            <a:cxnLst/>
            <a:rect l="l" t="t" r="r" b="b"/>
            <a:pathLst>
              <a:path w="812165" h="226694">
                <a:moveTo>
                  <a:pt x="113931" y="74650"/>
                </a:moveTo>
                <a:lnTo>
                  <a:pt x="82080" y="48653"/>
                </a:lnTo>
                <a:lnTo>
                  <a:pt x="73990" y="48653"/>
                </a:lnTo>
                <a:lnTo>
                  <a:pt x="32575" y="61048"/>
                </a:lnTo>
                <a:lnTo>
                  <a:pt x="14592" y="93776"/>
                </a:lnTo>
                <a:lnTo>
                  <a:pt x="15506" y="101066"/>
                </a:lnTo>
                <a:lnTo>
                  <a:pt x="65836" y="124714"/>
                </a:lnTo>
                <a:lnTo>
                  <a:pt x="70065" y="126123"/>
                </a:lnTo>
                <a:lnTo>
                  <a:pt x="76034" y="128955"/>
                </a:lnTo>
                <a:lnTo>
                  <a:pt x="78079" y="130810"/>
                </a:lnTo>
                <a:lnTo>
                  <a:pt x="80276" y="135407"/>
                </a:lnTo>
                <a:lnTo>
                  <a:pt x="80391" y="138315"/>
                </a:lnTo>
                <a:lnTo>
                  <a:pt x="78625" y="145427"/>
                </a:lnTo>
                <a:lnTo>
                  <a:pt x="54635" y="160235"/>
                </a:lnTo>
                <a:lnTo>
                  <a:pt x="40182" y="160235"/>
                </a:lnTo>
                <a:lnTo>
                  <a:pt x="33464" y="158267"/>
                </a:lnTo>
                <a:lnTo>
                  <a:pt x="23799" y="150418"/>
                </a:lnTo>
                <a:lnTo>
                  <a:pt x="21539" y="144894"/>
                </a:lnTo>
                <a:lnTo>
                  <a:pt x="21856" y="137782"/>
                </a:lnTo>
                <a:lnTo>
                  <a:pt x="0" y="142379"/>
                </a:lnTo>
                <a:lnTo>
                  <a:pt x="25057" y="175844"/>
                </a:lnTo>
                <a:lnTo>
                  <a:pt x="43180" y="178142"/>
                </a:lnTo>
                <a:lnTo>
                  <a:pt x="50546" y="177838"/>
                </a:lnTo>
                <a:lnTo>
                  <a:pt x="96342" y="154190"/>
                </a:lnTo>
                <a:lnTo>
                  <a:pt x="103390" y="133858"/>
                </a:lnTo>
                <a:lnTo>
                  <a:pt x="103289" y="128435"/>
                </a:lnTo>
                <a:lnTo>
                  <a:pt x="50685" y="100965"/>
                </a:lnTo>
                <a:lnTo>
                  <a:pt x="46380" y="99314"/>
                </a:lnTo>
                <a:lnTo>
                  <a:pt x="40843" y="95783"/>
                </a:lnTo>
                <a:lnTo>
                  <a:pt x="39141" y="93903"/>
                </a:lnTo>
                <a:lnTo>
                  <a:pt x="37795" y="89852"/>
                </a:lnTo>
                <a:lnTo>
                  <a:pt x="37858" y="87287"/>
                </a:lnTo>
                <a:lnTo>
                  <a:pt x="63957" y="66687"/>
                </a:lnTo>
                <a:lnTo>
                  <a:pt x="76758" y="66687"/>
                </a:lnTo>
                <a:lnTo>
                  <a:pt x="82804" y="68491"/>
                </a:lnTo>
                <a:lnTo>
                  <a:pt x="91020" y="75717"/>
                </a:lnTo>
                <a:lnTo>
                  <a:pt x="93040" y="80505"/>
                </a:lnTo>
                <a:lnTo>
                  <a:pt x="92964" y="86474"/>
                </a:lnTo>
                <a:lnTo>
                  <a:pt x="113576" y="81521"/>
                </a:lnTo>
                <a:lnTo>
                  <a:pt x="113931" y="74650"/>
                </a:lnTo>
                <a:close/>
              </a:path>
              <a:path w="812165" h="226694">
                <a:moveTo>
                  <a:pt x="202018" y="51600"/>
                </a:moveTo>
                <a:lnTo>
                  <a:pt x="173088" y="51600"/>
                </a:lnTo>
                <a:lnTo>
                  <a:pt x="183222" y="11074"/>
                </a:lnTo>
                <a:lnTo>
                  <a:pt x="161963" y="11074"/>
                </a:lnTo>
                <a:lnTo>
                  <a:pt x="151828" y="51600"/>
                </a:lnTo>
                <a:lnTo>
                  <a:pt x="132029" y="51600"/>
                </a:lnTo>
                <a:lnTo>
                  <a:pt x="127914" y="68033"/>
                </a:lnTo>
                <a:lnTo>
                  <a:pt x="147701" y="68033"/>
                </a:lnTo>
                <a:lnTo>
                  <a:pt x="128435" y="145097"/>
                </a:lnTo>
                <a:lnTo>
                  <a:pt x="126974" y="153009"/>
                </a:lnTo>
                <a:lnTo>
                  <a:pt x="141935" y="178498"/>
                </a:lnTo>
                <a:lnTo>
                  <a:pt x="152412" y="178498"/>
                </a:lnTo>
                <a:lnTo>
                  <a:pt x="159321" y="178498"/>
                </a:lnTo>
                <a:lnTo>
                  <a:pt x="165163" y="177558"/>
                </a:lnTo>
                <a:lnTo>
                  <a:pt x="169913" y="175666"/>
                </a:lnTo>
                <a:lnTo>
                  <a:pt x="174269" y="158292"/>
                </a:lnTo>
                <a:lnTo>
                  <a:pt x="172186" y="158953"/>
                </a:lnTo>
                <a:lnTo>
                  <a:pt x="166141" y="160134"/>
                </a:lnTo>
                <a:lnTo>
                  <a:pt x="157111" y="160286"/>
                </a:lnTo>
                <a:lnTo>
                  <a:pt x="153441" y="158737"/>
                </a:lnTo>
                <a:lnTo>
                  <a:pt x="149275" y="152501"/>
                </a:lnTo>
                <a:lnTo>
                  <a:pt x="149021" y="147777"/>
                </a:lnTo>
                <a:lnTo>
                  <a:pt x="168973" y="68033"/>
                </a:lnTo>
                <a:lnTo>
                  <a:pt x="197891" y="68033"/>
                </a:lnTo>
                <a:lnTo>
                  <a:pt x="202018" y="51600"/>
                </a:lnTo>
                <a:close/>
              </a:path>
              <a:path w="812165" h="226694">
                <a:moveTo>
                  <a:pt x="307174" y="99060"/>
                </a:moveTo>
                <a:lnTo>
                  <a:pt x="290182" y="99060"/>
                </a:lnTo>
                <a:lnTo>
                  <a:pt x="285902" y="99060"/>
                </a:lnTo>
                <a:lnTo>
                  <a:pt x="281889" y="99479"/>
                </a:lnTo>
                <a:lnTo>
                  <a:pt x="281889" y="115112"/>
                </a:lnTo>
                <a:lnTo>
                  <a:pt x="277901" y="131076"/>
                </a:lnTo>
                <a:lnTo>
                  <a:pt x="274726" y="137820"/>
                </a:lnTo>
                <a:lnTo>
                  <a:pt x="270319" y="143446"/>
                </a:lnTo>
                <a:lnTo>
                  <a:pt x="265963" y="149059"/>
                </a:lnTo>
                <a:lnTo>
                  <a:pt x="260756" y="153365"/>
                </a:lnTo>
                <a:lnTo>
                  <a:pt x="248704" y="159296"/>
                </a:lnTo>
                <a:lnTo>
                  <a:pt x="242366" y="160756"/>
                </a:lnTo>
                <a:lnTo>
                  <a:pt x="226174" y="160756"/>
                </a:lnTo>
                <a:lnTo>
                  <a:pt x="219735" y="158686"/>
                </a:lnTo>
                <a:lnTo>
                  <a:pt x="212979" y="150355"/>
                </a:lnTo>
                <a:lnTo>
                  <a:pt x="212001" y="145389"/>
                </a:lnTo>
                <a:lnTo>
                  <a:pt x="214515" y="135216"/>
                </a:lnTo>
                <a:lnTo>
                  <a:pt x="281889" y="115112"/>
                </a:lnTo>
                <a:lnTo>
                  <a:pt x="281889" y="99479"/>
                </a:lnTo>
                <a:lnTo>
                  <a:pt x="240118" y="104254"/>
                </a:lnTo>
                <a:lnTo>
                  <a:pt x="204228" y="118541"/>
                </a:lnTo>
                <a:lnTo>
                  <a:pt x="189915" y="154597"/>
                </a:lnTo>
                <a:lnTo>
                  <a:pt x="193916" y="166179"/>
                </a:lnTo>
                <a:lnTo>
                  <a:pt x="197840" y="170675"/>
                </a:lnTo>
                <a:lnTo>
                  <a:pt x="209550" y="177114"/>
                </a:lnTo>
                <a:lnTo>
                  <a:pt x="217043" y="178727"/>
                </a:lnTo>
                <a:lnTo>
                  <a:pt x="234569" y="178727"/>
                </a:lnTo>
                <a:lnTo>
                  <a:pt x="267398" y="160756"/>
                </a:lnTo>
                <a:lnTo>
                  <a:pt x="270738" y="156870"/>
                </a:lnTo>
                <a:lnTo>
                  <a:pt x="271208" y="156870"/>
                </a:lnTo>
                <a:lnTo>
                  <a:pt x="269671" y="164452"/>
                </a:lnTo>
                <a:lnTo>
                  <a:pt x="268732" y="170840"/>
                </a:lnTo>
                <a:lnTo>
                  <a:pt x="268376" y="176022"/>
                </a:lnTo>
                <a:lnTo>
                  <a:pt x="289115" y="176022"/>
                </a:lnTo>
                <a:lnTo>
                  <a:pt x="290029" y="170345"/>
                </a:lnTo>
                <a:lnTo>
                  <a:pt x="291312" y="163753"/>
                </a:lnTo>
                <a:lnTo>
                  <a:pt x="292836" y="156870"/>
                </a:lnTo>
                <a:lnTo>
                  <a:pt x="292989" y="156146"/>
                </a:lnTo>
                <a:lnTo>
                  <a:pt x="295071" y="147561"/>
                </a:lnTo>
                <a:lnTo>
                  <a:pt x="307174" y="99060"/>
                </a:lnTo>
                <a:close/>
              </a:path>
              <a:path w="812165" h="226694">
                <a:moveTo>
                  <a:pt x="310578" y="78587"/>
                </a:moveTo>
                <a:lnTo>
                  <a:pt x="308851" y="71742"/>
                </a:lnTo>
                <a:lnTo>
                  <a:pt x="307657" y="66916"/>
                </a:lnTo>
                <a:lnTo>
                  <a:pt x="307162" y="64909"/>
                </a:lnTo>
                <a:lnTo>
                  <a:pt x="303034" y="59321"/>
                </a:lnTo>
                <a:lnTo>
                  <a:pt x="268503" y="48425"/>
                </a:lnTo>
                <a:lnTo>
                  <a:pt x="260959" y="48425"/>
                </a:lnTo>
                <a:lnTo>
                  <a:pt x="218821" y="69507"/>
                </a:lnTo>
                <a:lnTo>
                  <a:pt x="209994" y="83769"/>
                </a:lnTo>
                <a:lnTo>
                  <a:pt x="228904" y="89014"/>
                </a:lnTo>
                <a:lnTo>
                  <a:pt x="232918" y="81902"/>
                </a:lnTo>
                <a:lnTo>
                  <a:pt x="237959" y="76441"/>
                </a:lnTo>
                <a:lnTo>
                  <a:pt x="250177" y="68821"/>
                </a:lnTo>
                <a:lnTo>
                  <a:pt x="257200" y="66916"/>
                </a:lnTo>
                <a:lnTo>
                  <a:pt x="274218" y="66916"/>
                </a:lnTo>
                <a:lnTo>
                  <a:pt x="280631" y="69507"/>
                </a:lnTo>
                <a:lnTo>
                  <a:pt x="288175" y="79883"/>
                </a:lnTo>
                <a:lnTo>
                  <a:pt x="288925" y="87007"/>
                </a:lnTo>
                <a:lnTo>
                  <a:pt x="286016" y="98615"/>
                </a:lnTo>
                <a:lnTo>
                  <a:pt x="290296" y="98615"/>
                </a:lnTo>
                <a:lnTo>
                  <a:pt x="307289" y="98615"/>
                </a:lnTo>
                <a:lnTo>
                  <a:pt x="310502" y="85750"/>
                </a:lnTo>
                <a:lnTo>
                  <a:pt x="310578" y="78587"/>
                </a:lnTo>
                <a:close/>
              </a:path>
              <a:path w="812165" h="226694">
                <a:moveTo>
                  <a:pt x="414591" y="50126"/>
                </a:moveTo>
                <a:lnTo>
                  <a:pt x="408520" y="49009"/>
                </a:lnTo>
                <a:lnTo>
                  <a:pt x="396201" y="48895"/>
                </a:lnTo>
                <a:lnTo>
                  <a:pt x="388353" y="51028"/>
                </a:lnTo>
                <a:lnTo>
                  <a:pt x="361505" y="73812"/>
                </a:lnTo>
                <a:lnTo>
                  <a:pt x="360972" y="73812"/>
                </a:lnTo>
                <a:lnTo>
                  <a:pt x="365340" y="51600"/>
                </a:lnTo>
                <a:lnTo>
                  <a:pt x="345300" y="51600"/>
                </a:lnTo>
                <a:lnTo>
                  <a:pt x="314198" y="176022"/>
                </a:lnTo>
                <a:lnTo>
                  <a:pt x="335407" y="176022"/>
                </a:lnTo>
                <a:lnTo>
                  <a:pt x="353961" y="101828"/>
                </a:lnTo>
                <a:lnTo>
                  <a:pt x="357416" y="94208"/>
                </a:lnTo>
                <a:lnTo>
                  <a:pt x="366763" y="81521"/>
                </a:lnTo>
                <a:lnTo>
                  <a:pt x="372211" y="76720"/>
                </a:lnTo>
                <a:lnTo>
                  <a:pt x="384657" y="70154"/>
                </a:lnTo>
                <a:lnTo>
                  <a:pt x="391198" y="68503"/>
                </a:lnTo>
                <a:lnTo>
                  <a:pt x="402628" y="68503"/>
                </a:lnTo>
                <a:lnTo>
                  <a:pt x="406514" y="68922"/>
                </a:lnTo>
                <a:lnTo>
                  <a:pt x="409689" y="69748"/>
                </a:lnTo>
                <a:lnTo>
                  <a:pt x="414591" y="50126"/>
                </a:lnTo>
                <a:close/>
              </a:path>
              <a:path w="812165" h="226694">
                <a:moveTo>
                  <a:pt x="494118" y="51600"/>
                </a:moveTo>
                <a:lnTo>
                  <a:pt x="465188" y="51600"/>
                </a:lnTo>
                <a:lnTo>
                  <a:pt x="475322" y="11074"/>
                </a:lnTo>
                <a:lnTo>
                  <a:pt x="454063" y="11074"/>
                </a:lnTo>
                <a:lnTo>
                  <a:pt x="443928" y="51600"/>
                </a:lnTo>
                <a:lnTo>
                  <a:pt x="424129" y="51600"/>
                </a:lnTo>
                <a:lnTo>
                  <a:pt x="420014" y="68033"/>
                </a:lnTo>
                <a:lnTo>
                  <a:pt x="439801" y="68033"/>
                </a:lnTo>
                <a:lnTo>
                  <a:pt x="420535" y="145097"/>
                </a:lnTo>
                <a:lnTo>
                  <a:pt x="419074" y="153009"/>
                </a:lnTo>
                <a:lnTo>
                  <a:pt x="434035" y="178498"/>
                </a:lnTo>
                <a:lnTo>
                  <a:pt x="444512" y="178498"/>
                </a:lnTo>
                <a:lnTo>
                  <a:pt x="451421" y="178498"/>
                </a:lnTo>
                <a:lnTo>
                  <a:pt x="457263" y="177558"/>
                </a:lnTo>
                <a:lnTo>
                  <a:pt x="462013" y="175666"/>
                </a:lnTo>
                <a:lnTo>
                  <a:pt x="466369" y="158292"/>
                </a:lnTo>
                <a:lnTo>
                  <a:pt x="464286" y="158953"/>
                </a:lnTo>
                <a:lnTo>
                  <a:pt x="458241" y="160134"/>
                </a:lnTo>
                <a:lnTo>
                  <a:pt x="449211" y="160286"/>
                </a:lnTo>
                <a:lnTo>
                  <a:pt x="445541" y="158737"/>
                </a:lnTo>
                <a:lnTo>
                  <a:pt x="441375" y="152501"/>
                </a:lnTo>
                <a:lnTo>
                  <a:pt x="441121" y="147777"/>
                </a:lnTo>
                <a:lnTo>
                  <a:pt x="461073" y="68033"/>
                </a:lnTo>
                <a:lnTo>
                  <a:pt x="489991" y="68033"/>
                </a:lnTo>
                <a:lnTo>
                  <a:pt x="494118" y="51600"/>
                </a:lnTo>
                <a:close/>
              </a:path>
              <a:path w="812165" h="226694">
                <a:moveTo>
                  <a:pt x="544842" y="51600"/>
                </a:moveTo>
                <a:lnTo>
                  <a:pt x="523633" y="51600"/>
                </a:lnTo>
                <a:lnTo>
                  <a:pt x="492531" y="176022"/>
                </a:lnTo>
                <a:lnTo>
                  <a:pt x="513740" y="176022"/>
                </a:lnTo>
                <a:lnTo>
                  <a:pt x="544842" y="51600"/>
                </a:lnTo>
                <a:close/>
              </a:path>
              <a:path w="812165" h="226694">
                <a:moveTo>
                  <a:pt x="557885" y="9728"/>
                </a:moveTo>
                <a:lnTo>
                  <a:pt x="557504" y="6438"/>
                </a:lnTo>
                <a:lnTo>
                  <a:pt x="555739" y="3886"/>
                </a:lnTo>
                <a:lnTo>
                  <a:pt x="554012" y="1295"/>
                </a:lnTo>
                <a:lnTo>
                  <a:pt x="551103" y="0"/>
                </a:lnTo>
                <a:lnTo>
                  <a:pt x="543090" y="0"/>
                </a:lnTo>
                <a:lnTo>
                  <a:pt x="539584" y="1295"/>
                </a:lnTo>
                <a:lnTo>
                  <a:pt x="532879" y="6629"/>
                </a:lnTo>
                <a:lnTo>
                  <a:pt x="530745" y="9893"/>
                </a:lnTo>
                <a:lnTo>
                  <a:pt x="528815" y="17551"/>
                </a:lnTo>
                <a:lnTo>
                  <a:pt x="529336" y="20751"/>
                </a:lnTo>
                <a:lnTo>
                  <a:pt x="531291" y="23380"/>
                </a:lnTo>
                <a:lnTo>
                  <a:pt x="533298" y="26009"/>
                </a:lnTo>
                <a:lnTo>
                  <a:pt x="536257" y="27330"/>
                </a:lnTo>
                <a:lnTo>
                  <a:pt x="544118" y="27330"/>
                </a:lnTo>
                <a:lnTo>
                  <a:pt x="547636" y="26009"/>
                </a:lnTo>
                <a:lnTo>
                  <a:pt x="553872" y="20751"/>
                </a:lnTo>
                <a:lnTo>
                  <a:pt x="555917" y="17551"/>
                </a:lnTo>
                <a:lnTo>
                  <a:pt x="557885" y="9728"/>
                </a:lnTo>
                <a:close/>
              </a:path>
              <a:path w="812165" h="226694">
                <a:moveTo>
                  <a:pt x="659942" y="82092"/>
                </a:moveTo>
                <a:lnTo>
                  <a:pt x="633183" y="49352"/>
                </a:lnTo>
                <a:lnTo>
                  <a:pt x="624001" y="48653"/>
                </a:lnTo>
                <a:lnTo>
                  <a:pt x="617537" y="49047"/>
                </a:lnTo>
                <a:lnTo>
                  <a:pt x="582307" y="67221"/>
                </a:lnTo>
                <a:lnTo>
                  <a:pt x="577697" y="72517"/>
                </a:lnTo>
                <a:lnTo>
                  <a:pt x="577176" y="72517"/>
                </a:lnTo>
                <a:lnTo>
                  <a:pt x="581240" y="51600"/>
                </a:lnTo>
                <a:lnTo>
                  <a:pt x="561200" y="51600"/>
                </a:lnTo>
                <a:lnTo>
                  <a:pt x="530098" y="176022"/>
                </a:lnTo>
                <a:lnTo>
                  <a:pt x="551307" y="176022"/>
                </a:lnTo>
                <a:lnTo>
                  <a:pt x="570433" y="99441"/>
                </a:lnTo>
                <a:lnTo>
                  <a:pt x="573963" y="92049"/>
                </a:lnTo>
                <a:lnTo>
                  <a:pt x="583831" y="79717"/>
                </a:lnTo>
                <a:lnTo>
                  <a:pt x="589419" y="75107"/>
                </a:lnTo>
                <a:lnTo>
                  <a:pt x="601916" y="68973"/>
                </a:lnTo>
                <a:lnTo>
                  <a:pt x="608241" y="67449"/>
                </a:lnTo>
                <a:lnTo>
                  <a:pt x="622960" y="67449"/>
                </a:lnTo>
                <a:lnTo>
                  <a:pt x="629145" y="69888"/>
                </a:lnTo>
                <a:lnTo>
                  <a:pt x="637286" y="79616"/>
                </a:lnTo>
                <a:lnTo>
                  <a:pt x="638124" y="86829"/>
                </a:lnTo>
                <a:lnTo>
                  <a:pt x="615810" y="176022"/>
                </a:lnTo>
                <a:lnTo>
                  <a:pt x="637260" y="176022"/>
                </a:lnTo>
                <a:lnTo>
                  <a:pt x="658291" y="91897"/>
                </a:lnTo>
                <a:lnTo>
                  <a:pt x="659942" y="82092"/>
                </a:lnTo>
                <a:close/>
              </a:path>
              <a:path w="812165" h="226694">
                <a:moveTo>
                  <a:pt x="812012" y="51600"/>
                </a:moveTo>
                <a:lnTo>
                  <a:pt x="792454" y="51600"/>
                </a:lnTo>
                <a:lnTo>
                  <a:pt x="785736" y="72745"/>
                </a:lnTo>
                <a:lnTo>
                  <a:pt x="785025" y="72745"/>
                </a:lnTo>
                <a:lnTo>
                  <a:pt x="778281" y="57645"/>
                </a:lnTo>
                <a:lnTo>
                  <a:pt x="778281" y="98031"/>
                </a:lnTo>
                <a:lnTo>
                  <a:pt x="777557" y="105092"/>
                </a:lnTo>
                <a:lnTo>
                  <a:pt x="763524" y="141033"/>
                </a:lnTo>
                <a:lnTo>
                  <a:pt x="733958" y="159054"/>
                </a:lnTo>
                <a:lnTo>
                  <a:pt x="720090" y="159054"/>
                </a:lnTo>
                <a:lnTo>
                  <a:pt x="714044" y="157175"/>
                </a:lnTo>
                <a:lnTo>
                  <a:pt x="704380" y="149631"/>
                </a:lnTo>
                <a:lnTo>
                  <a:pt x="701205" y="144246"/>
                </a:lnTo>
                <a:lnTo>
                  <a:pt x="698131" y="130263"/>
                </a:lnTo>
                <a:lnTo>
                  <a:pt x="698195" y="128879"/>
                </a:lnTo>
                <a:lnTo>
                  <a:pt x="711454" y="89065"/>
                </a:lnTo>
                <a:lnTo>
                  <a:pt x="742848" y="67335"/>
                </a:lnTo>
                <a:lnTo>
                  <a:pt x="756831" y="67335"/>
                </a:lnTo>
                <a:lnTo>
                  <a:pt x="762266" y="68783"/>
                </a:lnTo>
                <a:lnTo>
                  <a:pt x="767067" y="71691"/>
                </a:lnTo>
                <a:lnTo>
                  <a:pt x="771893" y="74561"/>
                </a:lnTo>
                <a:lnTo>
                  <a:pt x="778281" y="98031"/>
                </a:lnTo>
                <a:lnTo>
                  <a:pt x="778281" y="57645"/>
                </a:lnTo>
                <a:lnTo>
                  <a:pt x="768794" y="50673"/>
                </a:lnTo>
                <a:lnTo>
                  <a:pt x="768616" y="50673"/>
                </a:lnTo>
                <a:lnTo>
                  <a:pt x="761428" y="48653"/>
                </a:lnTo>
                <a:lnTo>
                  <a:pt x="752157" y="48653"/>
                </a:lnTo>
                <a:lnTo>
                  <a:pt x="743775" y="49161"/>
                </a:lnTo>
                <a:lnTo>
                  <a:pt x="706386" y="66433"/>
                </a:lnTo>
                <a:lnTo>
                  <a:pt x="681977" y="103835"/>
                </a:lnTo>
                <a:lnTo>
                  <a:pt x="676490" y="130263"/>
                </a:lnTo>
                <a:lnTo>
                  <a:pt x="676503" y="139420"/>
                </a:lnTo>
                <a:lnTo>
                  <a:pt x="697242" y="172618"/>
                </a:lnTo>
                <a:lnTo>
                  <a:pt x="719112" y="177025"/>
                </a:lnTo>
                <a:lnTo>
                  <a:pt x="727532" y="176530"/>
                </a:lnTo>
                <a:lnTo>
                  <a:pt x="726249" y="176530"/>
                </a:lnTo>
                <a:lnTo>
                  <a:pt x="732015" y="175501"/>
                </a:lnTo>
                <a:lnTo>
                  <a:pt x="764946" y="153225"/>
                </a:lnTo>
                <a:lnTo>
                  <a:pt x="765644" y="153225"/>
                </a:lnTo>
                <a:lnTo>
                  <a:pt x="750544" y="191668"/>
                </a:lnTo>
                <a:lnTo>
                  <a:pt x="731177" y="205727"/>
                </a:lnTo>
                <a:lnTo>
                  <a:pt x="731304" y="205727"/>
                </a:lnTo>
                <a:lnTo>
                  <a:pt x="723150" y="207860"/>
                </a:lnTo>
                <a:lnTo>
                  <a:pt x="714629" y="208534"/>
                </a:lnTo>
                <a:lnTo>
                  <a:pt x="705878" y="208534"/>
                </a:lnTo>
                <a:lnTo>
                  <a:pt x="698906" y="206502"/>
                </a:lnTo>
                <a:lnTo>
                  <a:pt x="688530" y="198374"/>
                </a:lnTo>
                <a:lnTo>
                  <a:pt x="685457" y="192773"/>
                </a:lnTo>
                <a:lnTo>
                  <a:pt x="684517" y="185610"/>
                </a:lnTo>
                <a:lnTo>
                  <a:pt x="663257" y="192925"/>
                </a:lnTo>
                <a:lnTo>
                  <a:pt x="662889" y="192925"/>
                </a:lnTo>
                <a:lnTo>
                  <a:pt x="664349" y="200317"/>
                </a:lnTo>
                <a:lnTo>
                  <a:pt x="699744" y="225945"/>
                </a:lnTo>
                <a:lnTo>
                  <a:pt x="709510" y="226504"/>
                </a:lnTo>
                <a:lnTo>
                  <a:pt x="718375" y="226072"/>
                </a:lnTo>
                <a:lnTo>
                  <a:pt x="756361" y="211061"/>
                </a:lnTo>
                <a:lnTo>
                  <a:pt x="759206" y="208534"/>
                </a:lnTo>
                <a:lnTo>
                  <a:pt x="762381" y="205727"/>
                </a:lnTo>
                <a:lnTo>
                  <a:pt x="782612" y="169189"/>
                </a:lnTo>
                <a:lnTo>
                  <a:pt x="782713" y="168770"/>
                </a:lnTo>
                <a:lnTo>
                  <a:pt x="786612" y="153225"/>
                </a:lnTo>
                <a:lnTo>
                  <a:pt x="806729" y="72745"/>
                </a:lnTo>
                <a:lnTo>
                  <a:pt x="806780" y="72504"/>
                </a:lnTo>
                <a:lnTo>
                  <a:pt x="812012" y="51600"/>
                </a:lnTo>
                <a:close/>
              </a:path>
            </a:pathLst>
          </a:custGeom>
          <a:solidFill>
            <a:srgbClr val="5C726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55161" y="1068455"/>
            <a:ext cx="439745" cy="18197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47196" y="1070517"/>
            <a:ext cx="172336" cy="179973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483100" y="1346200"/>
            <a:ext cx="6515100" cy="2501900"/>
            <a:chOff x="4483100" y="1346200"/>
            <a:chExt cx="6515100" cy="2501900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83100" y="1346200"/>
              <a:ext cx="6515100" cy="25019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73600" y="1498600"/>
              <a:ext cx="6146800" cy="2120900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599025" y="5283200"/>
            <a:ext cx="15653385" cy="3861435"/>
            <a:chOff x="599025" y="5283200"/>
            <a:chExt cx="15653385" cy="3861435"/>
          </a:xfrm>
        </p:grpSpPr>
        <p:sp>
          <p:nvSpPr>
            <p:cNvPr id="15" name="object 15"/>
            <p:cNvSpPr/>
            <p:nvPr/>
          </p:nvSpPr>
          <p:spPr>
            <a:xfrm>
              <a:off x="609609" y="7498194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59" y="3989"/>
                  </a:lnTo>
                  <a:lnTo>
                    <a:pt x="208459" y="15538"/>
                  </a:lnTo>
                  <a:lnTo>
                    <a:pt x="164726" y="34021"/>
                  </a:lnTo>
                  <a:lnTo>
                    <a:pt x="124789" y="58808"/>
                  </a:lnTo>
                  <a:lnTo>
                    <a:pt x="89273" y="89273"/>
                  </a:lnTo>
                  <a:lnTo>
                    <a:pt x="58808" y="124789"/>
                  </a:lnTo>
                  <a:lnTo>
                    <a:pt x="34021" y="164726"/>
                  </a:lnTo>
                  <a:lnTo>
                    <a:pt x="15538" y="208459"/>
                  </a:lnTo>
                  <a:lnTo>
                    <a:pt x="3989" y="255359"/>
                  </a:lnTo>
                  <a:lnTo>
                    <a:pt x="0" y="304800"/>
                  </a:lnTo>
                  <a:lnTo>
                    <a:pt x="3989" y="354240"/>
                  </a:lnTo>
                  <a:lnTo>
                    <a:pt x="15538" y="401140"/>
                  </a:lnTo>
                  <a:lnTo>
                    <a:pt x="34021" y="444873"/>
                  </a:lnTo>
                  <a:lnTo>
                    <a:pt x="58808" y="484810"/>
                  </a:lnTo>
                  <a:lnTo>
                    <a:pt x="89273" y="520326"/>
                  </a:lnTo>
                  <a:lnTo>
                    <a:pt x="124789" y="550791"/>
                  </a:lnTo>
                  <a:lnTo>
                    <a:pt x="164726" y="575578"/>
                  </a:lnTo>
                  <a:lnTo>
                    <a:pt x="208459" y="594061"/>
                  </a:lnTo>
                  <a:lnTo>
                    <a:pt x="255359" y="605610"/>
                  </a:lnTo>
                  <a:lnTo>
                    <a:pt x="304800" y="609600"/>
                  </a:lnTo>
                  <a:lnTo>
                    <a:pt x="354240" y="605610"/>
                  </a:lnTo>
                  <a:lnTo>
                    <a:pt x="401140" y="594061"/>
                  </a:lnTo>
                  <a:lnTo>
                    <a:pt x="444873" y="575578"/>
                  </a:lnTo>
                  <a:lnTo>
                    <a:pt x="484810" y="550791"/>
                  </a:lnTo>
                  <a:lnTo>
                    <a:pt x="520326" y="520326"/>
                  </a:lnTo>
                  <a:lnTo>
                    <a:pt x="550791" y="484810"/>
                  </a:lnTo>
                  <a:lnTo>
                    <a:pt x="575578" y="444873"/>
                  </a:lnTo>
                  <a:lnTo>
                    <a:pt x="594061" y="401140"/>
                  </a:lnTo>
                  <a:lnTo>
                    <a:pt x="605610" y="354240"/>
                  </a:lnTo>
                  <a:lnTo>
                    <a:pt x="609600" y="304800"/>
                  </a:lnTo>
                  <a:lnTo>
                    <a:pt x="605610" y="255359"/>
                  </a:lnTo>
                  <a:lnTo>
                    <a:pt x="594061" y="208459"/>
                  </a:lnTo>
                  <a:lnTo>
                    <a:pt x="575578" y="164726"/>
                  </a:lnTo>
                  <a:lnTo>
                    <a:pt x="550791" y="124789"/>
                  </a:lnTo>
                  <a:lnTo>
                    <a:pt x="520326" y="89273"/>
                  </a:lnTo>
                  <a:lnTo>
                    <a:pt x="484810" y="58808"/>
                  </a:lnTo>
                  <a:lnTo>
                    <a:pt x="444873" y="34021"/>
                  </a:lnTo>
                  <a:lnTo>
                    <a:pt x="401140" y="15538"/>
                  </a:lnTo>
                  <a:lnTo>
                    <a:pt x="354240" y="3989"/>
                  </a:lnTo>
                  <a:lnTo>
                    <a:pt x="304800" y="0"/>
                  </a:lnTo>
                  <a:close/>
                </a:path>
              </a:pathLst>
            </a:custGeom>
            <a:ln w="21166">
              <a:solidFill>
                <a:srgbClr val="C26F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80179" y="7681076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496" y="316992"/>
                  </a:moveTo>
                  <a:lnTo>
                    <a:pt x="108399" y="308912"/>
                  </a:lnTo>
                  <a:lnTo>
                    <a:pt x="64890" y="286411"/>
                  </a:lnTo>
                  <a:lnTo>
                    <a:pt x="30580" y="252101"/>
                  </a:lnTo>
                  <a:lnTo>
                    <a:pt x="8080" y="208592"/>
                  </a:lnTo>
                  <a:lnTo>
                    <a:pt x="0" y="158495"/>
                  </a:lnTo>
                  <a:lnTo>
                    <a:pt x="8080" y="108398"/>
                  </a:lnTo>
                  <a:lnTo>
                    <a:pt x="30580" y="64890"/>
                  </a:lnTo>
                  <a:lnTo>
                    <a:pt x="64890" y="30580"/>
                  </a:lnTo>
                  <a:lnTo>
                    <a:pt x="108399" y="8080"/>
                  </a:lnTo>
                  <a:lnTo>
                    <a:pt x="158496" y="0"/>
                  </a:lnTo>
                  <a:lnTo>
                    <a:pt x="208593" y="8080"/>
                  </a:lnTo>
                  <a:lnTo>
                    <a:pt x="252101" y="30580"/>
                  </a:lnTo>
                  <a:lnTo>
                    <a:pt x="286411" y="64890"/>
                  </a:lnTo>
                  <a:lnTo>
                    <a:pt x="308911" y="108398"/>
                  </a:lnTo>
                  <a:lnTo>
                    <a:pt x="316991" y="158495"/>
                  </a:lnTo>
                  <a:lnTo>
                    <a:pt x="308911" y="208592"/>
                  </a:lnTo>
                  <a:lnTo>
                    <a:pt x="286411" y="252101"/>
                  </a:lnTo>
                  <a:lnTo>
                    <a:pt x="252101" y="286411"/>
                  </a:lnTo>
                  <a:lnTo>
                    <a:pt x="208593" y="308912"/>
                  </a:lnTo>
                  <a:lnTo>
                    <a:pt x="158496" y="316992"/>
                  </a:lnTo>
                  <a:close/>
                </a:path>
              </a:pathLst>
            </a:custGeom>
            <a:solidFill>
              <a:srgbClr val="C26F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84382" y="8193148"/>
              <a:ext cx="12167870" cy="951230"/>
            </a:xfrm>
            <a:custGeom>
              <a:avLst/>
              <a:gdLst/>
              <a:ahLst/>
              <a:cxnLst/>
              <a:rect l="l" t="t" r="r" b="b"/>
              <a:pathLst>
                <a:path w="12167869" h="951229">
                  <a:moveTo>
                    <a:pt x="12167743" y="950976"/>
                  </a:moveTo>
                  <a:lnTo>
                    <a:pt x="0" y="950976"/>
                  </a:lnTo>
                  <a:lnTo>
                    <a:pt x="0" y="0"/>
                  </a:lnTo>
                  <a:lnTo>
                    <a:pt x="12167743" y="0"/>
                  </a:lnTo>
                  <a:lnTo>
                    <a:pt x="12167743" y="950976"/>
                  </a:lnTo>
                  <a:close/>
                </a:path>
              </a:pathLst>
            </a:custGeom>
            <a:solidFill>
              <a:srgbClr val="D6EC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01027" y="8578750"/>
              <a:ext cx="476677" cy="17490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33004" y="8608913"/>
              <a:ext cx="118116" cy="11340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40112" y="8576747"/>
              <a:ext cx="183665" cy="18686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77985" y="8577631"/>
              <a:ext cx="167502" cy="17814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09172" y="8572447"/>
              <a:ext cx="3096051" cy="22922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9084348" y="8572449"/>
              <a:ext cx="594360" cy="214629"/>
            </a:xfrm>
            <a:custGeom>
              <a:avLst/>
              <a:gdLst/>
              <a:ahLst/>
              <a:cxnLst/>
              <a:rect l="l" t="t" r="r" b="b"/>
              <a:pathLst>
                <a:path w="594359" h="214629">
                  <a:moveTo>
                    <a:pt x="113931" y="79844"/>
                  </a:moveTo>
                  <a:lnTo>
                    <a:pt x="82080" y="53848"/>
                  </a:lnTo>
                  <a:lnTo>
                    <a:pt x="73990" y="53848"/>
                  </a:lnTo>
                  <a:lnTo>
                    <a:pt x="32575" y="66243"/>
                  </a:lnTo>
                  <a:lnTo>
                    <a:pt x="14592" y="98971"/>
                  </a:lnTo>
                  <a:lnTo>
                    <a:pt x="15506" y="106260"/>
                  </a:lnTo>
                  <a:lnTo>
                    <a:pt x="65836" y="129908"/>
                  </a:lnTo>
                  <a:lnTo>
                    <a:pt x="70065" y="131318"/>
                  </a:lnTo>
                  <a:lnTo>
                    <a:pt x="76034" y="134150"/>
                  </a:lnTo>
                  <a:lnTo>
                    <a:pt x="78079" y="136004"/>
                  </a:lnTo>
                  <a:lnTo>
                    <a:pt x="80276" y="140601"/>
                  </a:lnTo>
                  <a:lnTo>
                    <a:pt x="80391" y="143510"/>
                  </a:lnTo>
                  <a:lnTo>
                    <a:pt x="78625" y="150622"/>
                  </a:lnTo>
                  <a:lnTo>
                    <a:pt x="54635" y="165430"/>
                  </a:lnTo>
                  <a:lnTo>
                    <a:pt x="40182" y="165430"/>
                  </a:lnTo>
                  <a:lnTo>
                    <a:pt x="33464" y="163461"/>
                  </a:lnTo>
                  <a:lnTo>
                    <a:pt x="23799" y="155613"/>
                  </a:lnTo>
                  <a:lnTo>
                    <a:pt x="21539" y="150088"/>
                  </a:lnTo>
                  <a:lnTo>
                    <a:pt x="21856" y="142976"/>
                  </a:lnTo>
                  <a:lnTo>
                    <a:pt x="0" y="147574"/>
                  </a:lnTo>
                  <a:lnTo>
                    <a:pt x="25057" y="181038"/>
                  </a:lnTo>
                  <a:lnTo>
                    <a:pt x="43180" y="183337"/>
                  </a:lnTo>
                  <a:lnTo>
                    <a:pt x="50546" y="183032"/>
                  </a:lnTo>
                  <a:lnTo>
                    <a:pt x="96342" y="159385"/>
                  </a:lnTo>
                  <a:lnTo>
                    <a:pt x="103390" y="139052"/>
                  </a:lnTo>
                  <a:lnTo>
                    <a:pt x="103289" y="133629"/>
                  </a:lnTo>
                  <a:lnTo>
                    <a:pt x="50685" y="106159"/>
                  </a:lnTo>
                  <a:lnTo>
                    <a:pt x="46380" y="104508"/>
                  </a:lnTo>
                  <a:lnTo>
                    <a:pt x="40843" y="100977"/>
                  </a:lnTo>
                  <a:lnTo>
                    <a:pt x="39141" y="99098"/>
                  </a:lnTo>
                  <a:lnTo>
                    <a:pt x="37795" y="95046"/>
                  </a:lnTo>
                  <a:lnTo>
                    <a:pt x="37858" y="92481"/>
                  </a:lnTo>
                  <a:lnTo>
                    <a:pt x="63957" y="71882"/>
                  </a:lnTo>
                  <a:lnTo>
                    <a:pt x="76758" y="71882"/>
                  </a:lnTo>
                  <a:lnTo>
                    <a:pt x="82804" y="73685"/>
                  </a:lnTo>
                  <a:lnTo>
                    <a:pt x="91020" y="80911"/>
                  </a:lnTo>
                  <a:lnTo>
                    <a:pt x="93040" y="85699"/>
                  </a:lnTo>
                  <a:lnTo>
                    <a:pt x="92964" y="91668"/>
                  </a:lnTo>
                  <a:lnTo>
                    <a:pt x="113576" y="86715"/>
                  </a:lnTo>
                  <a:lnTo>
                    <a:pt x="113931" y="79844"/>
                  </a:lnTo>
                  <a:close/>
                </a:path>
                <a:path w="594359" h="214629">
                  <a:moveTo>
                    <a:pt x="247967" y="56794"/>
                  </a:moveTo>
                  <a:lnTo>
                    <a:pt x="226758" y="56794"/>
                  </a:lnTo>
                  <a:lnTo>
                    <a:pt x="207314" y="134493"/>
                  </a:lnTo>
                  <a:lnTo>
                    <a:pt x="204000" y="141668"/>
                  </a:lnTo>
                  <a:lnTo>
                    <a:pt x="194970" y="153327"/>
                  </a:lnTo>
                  <a:lnTo>
                    <a:pt x="189788" y="157645"/>
                  </a:lnTo>
                  <a:lnTo>
                    <a:pt x="178079" y="163309"/>
                  </a:lnTo>
                  <a:lnTo>
                    <a:pt x="171792" y="164719"/>
                  </a:lnTo>
                  <a:lnTo>
                    <a:pt x="156324" y="164719"/>
                  </a:lnTo>
                  <a:lnTo>
                    <a:pt x="149923" y="162267"/>
                  </a:lnTo>
                  <a:lnTo>
                    <a:pt x="145872" y="157353"/>
                  </a:lnTo>
                  <a:lnTo>
                    <a:pt x="143510" y="152971"/>
                  </a:lnTo>
                  <a:lnTo>
                    <a:pt x="142506" y="147167"/>
                  </a:lnTo>
                  <a:lnTo>
                    <a:pt x="142836" y="139954"/>
                  </a:lnTo>
                  <a:lnTo>
                    <a:pt x="144526" y="131318"/>
                  </a:lnTo>
                  <a:lnTo>
                    <a:pt x="163131" y="56794"/>
                  </a:lnTo>
                  <a:lnTo>
                    <a:pt x="141871" y="56794"/>
                  </a:lnTo>
                  <a:lnTo>
                    <a:pt x="122542" y="134023"/>
                  </a:lnTo>
                  <a:lnTo>
                    <a:pt x="120891" y="142176"/>
                  </a:lnTo>
                  <a:lnTo>
                    <a:pt x="120167" y="149580"/>
                  </a:lnTo>
                  <a:lnTo>
                    <a:pt x="120357" y="156248"/>
                  </a:lnTo>
                  <a:lnTo>
                    <a:pt x="147078" y="183515"/>
                  </a:lnTo>
                  <a:lnTo>
                    <a:pt x="155829" y="183515"/>
                  </a:lnTo>
                  <a:lnTo>
                    <a:pt x="196316" y="165722"/>
                  </a:lnTo>
                  <a:lnTo>
                    <a:pt x="200609" y="160299"/>
                  </a:lnTo>
                  <a:lnTo>
                    <a:pt x="201129" y="160299"/>
                  </a:lnTo>
                  <a:lnTo>
                    <a:pt x="199682" y="168744"/>
                  </a:lnTo>
                  <a:lnTo>
                    <a:pt x="198488" y="181216"/>
                  </a:lnTo>
                  <a:lnTo>
                    <a:pt x="218338" y="181216"/>
                  </a:lnTo>
                  <a:lnTo>
                    <a:pt x="223113" y="156260"/>
                  </a:lnTo>
                  <a:lnTo>
                    <a:pt x="247967" y="56794"/>
                  </a:lnTo>
                  <a:close/>
                </a:path>
                <a:path w="594359" h="214629">
                  <a:moveTo>
                    <a:pt x="345046" y="1714"/>
                  </a:moveTo>
                  <a:lnTo>
                    <a:pt x="341464" y="571"/>
                  </a:lnTo>
                  <a:lnTo>
                    <a:pt x="336613" y="0"/>
                  </a:lnTo>
                  <a:lnTo>
                    <a:pt x="330492" y="0"/>
                  </a:lnTo>
                  <a:lnTo>
                    <a:pt x="322935" y="571"/>
                  </a:lnTo>
                  <a:lnTo>
                    <a:pt x="322211" y="571"/>
                  </a:lnTo>
                  <a:lnTo>
                    <a:pt x="289598" y="22466"/>
                  </a:lnTo>
                  <a:lnTo>
                    <a:pt x="278511" y="56794"/>
                  </a:lnTo>
                  <a:lnTo>
                    <a:pt x="258851" y="56794"/>
                  </a:lnTo>
                  <a:lnTo>
                    <a:pt x="254787" y="73050"/>
                  </a:lnTo>
                  <a:lnTo>
                    <a:pt x="274447" y="73050"/>
                  </a:lnTo>
                  <a:lnTo>
                    <a:pt x="247370" y="181444"/>
                  </a:lnTo>
                  <a:lnTo>
                    <a:pt x="268579" y="181444"/>
                  </a:lnTo>
                  <a:lnTo>
                    <a:pt x="295681" y="73050"/>
                  </a:lnTo>
                  <a:lnTo>
                    <a:pt x="322897" y="73050"/>
                  </a:lnTo>
                  <a:lnTo>
                    <a:pt x="326961" y="56794"/>
                  </a:lnTo>
                  <a:lnTo>
                    <a:pt x="299745" y="56794"/>
                  </a:lnTo>
                  <a:lnTo>
                    <a:pt x="305866" y="32346"/>
                  </a:lnTo>
                  <a:lnTo>
                    <a:pt x="308749" y="27025"/>
                  </a:lnTo>
                  <a:lnTo>
                    <a:pt x="316763" y="19875"/>
                  </a:lnTo>
                  <a:lnTo>
                    <a:pt x="322084" y="18084"/>
                  </a:lnTo>
                  <a:lnTo>
                    <a:pt x="332498" y="18084"/>
                  </a:lnTo>
                  <a:lnTo>
                    <a:pt x="336461" y="18503"/>
                  </a:lnTo>
                  <a:lnTo>
                    <a:pt x="340626" y="19329"/>
                  </a:lnTo>
                  <a:lnTo>
                    <a:pt x="340931" y="18084"/>
                  </a:lnTo>
                  <a:lnTo>
                    <a:pt x="345046" y="1714"/>
                  </a:lnTo>
                  <a:close/>
                </a:path>
                <a:path w="594359" h="214629">
                  <a:moveTo>
                    <a:pt x="421246" y="1714"/>
                  </a:moveTo>
                  <a:lnTo>
                    <a:pt x="417664" y="571"/>
                  </a:lnTo>
                  <a:lnTo>
                    <a:pt x="412813" y="0"/>
                  </a:lnTo>
                  <a:lnTo>
                    <a:pt x="406692" y="0"/>
                  </a:lnTo>
                  <a:lnTo>
                    <a:pt x="399135" y="571"/>
                  </a:lnTo>
                  <a:lnTo>
                    <a:pt x="398411" y="571"/>
                  </a:lnTo>
                  <a:lnTo>
                    <a:pt x="365798" y="22466"/>
                  </a:lnTo>
                  <a:lnTo>
                    <a:pt x="354711" y="56794"/>
                  </a:lnTo>
                  <a:lnTo>
                    <a:pt x="335051" y="56794"/>
                  </a:lnTo>
                  <a:lnTo>
                    <a:pt x="330987" y="73050"/>
                  </a:lnTo>
                  <a:lnTo>
                    <a:pt x="350647" y="73050"/>
                  </a:lnTo>
                  <a:lnTo>
                    <a:pt x="323570" y="181444"/>
                  </a:lnTo>
                  <a:lnTo>
                    <a:pt x="344779" y="181444"/>
                  </a:lnTo>
                  <a:lnTo>
                    <a:pt x="371881" y="73050"/>
                  </a:lnTo>
                  <a:lnTo>
                    <a:pt x="399097" y="73050"/>
                  </a:lnTo>
                  <a:lnTo>
                    <a:pt x="403161" y="56794"/>
                  </a:lnTo>
                  <a:lnTo>
                    <a:pt x="375945" y="56794"/>
                  </a:lnTo>
                  <a:lnTo>
                    <a:pt x="382066" y="32346"/>
                  </a:lnTo>
                  <a:lnTo>
                    <a:pt x="384949" y="27025"/>
                  </a:lnTo>
                  <a:lnTo>
                    <a:pt x="392963" y="19875"/>
                  </a:lnTo>
                  <a:lnTo>
                    <a:pt x="398284" y="18084"/>
                  </a:lnTo>
                  <a:lnTo>
                    <a:pt x="408698" y="18084"/>
                  </a:lnTo>
                  <a:lnTo>
                    <a:pt x="412661" y="18503"/>
                  </a:lnTo>
                  <a:lnTo>
                    <a:pt x="416826" y="19329"/>
                  </a:lnTo>
                  <a:lnTo>
                    <a:pt x="417131" y="18084"/>
                  </a:lnTo>
                  <a:lnTo>
                    <a:pt x="421246" y="1714"/>
                  </a:lnTo>
                  <a:close/>
                </a:path>
                <a:path w="594359" h="214629">
                  <a:moveTo>
                    <a:pt x="443242" y="56794"/>
                  </a:moveTo>
                  <a:lnTo>
                    <a:pt x="422033" y="56794"/>
                  </a:lnTo>
                  <a:lnTo>
                    <a:pt x="390931" y="181216"/>
                  </a:lnTo>
                  <a:lnTo>
                    <a:pt x="412140" y="181216"/>
                  </a:lnTo>
                  <a:lnTo>
                    <a:pt x="443242" y="56794"/>
                  </a:lnTo>
                  <a:close/>
                </a:path>
                <a:path w="594359" h="214629">
                  <a:moveTo>
                    <a:pt x="456285" y="14922"/>
                  </a:moveTo>
                  <a:lnTo>
                    <a:pt x="455904" y="11633"/>
                  </a:lnTo>
                  <a:lnTo>
                    <a:pt x="454139" y="9080"/>
                  </a:lnTo>
                  <a:lnTo>
                    <a:pt x="452412" y="6489"/>
                  </a:lnTo>
                  <a:lnTo>
                    <a:pt x="449503" y="5194"/>
                  </a:lnTo>
                  <a:lnTo>
                    <a:pt x="441490" y="5194"/>
                  </a:lnTo>
                  <a:lnTo>
                    <a:pt x="437984" y="6489"/>
                  </a:lnTo>
                  <a:lnTo>
                    <a:pt x="431279" y="11823"/>
                  </a:lnTo>
                  <a:lnTo>
                    <a:pt x="429145" y="15087"/>
                  </a:lnTo>
                  <a:lnTo>
                    <a:pt x="427215" y="22745"/>
                  </a:lnTo>
                  <a:lnTo>
                    <a:pt x="427736" y="25946"/>
                  </a:lnTo>
                  <a:lnTo>
                    <a:pt x="429691" y="28575"/>
                  </a:lnTo>
                  <a:lnTo>
                    <a:pt x="431698" y="31203"/>
                  </a:lnTo>
                  <a:lnTo>
                    <a:pt x="434657" y="32524"/>
                  </a:lnTo>
                  <a:lnTo>
                    <a:pt x="442518" y="32524"/>
                  </a:lnTo>
                  <a:lnTo>
                    <a:pt x="446036" y="31203"/>
                  </a:lnTo>
                  <a:lnTo>
                    <a:pt x="452272" y="25946"/>
                  </a:lnTo>
                  <a:lnTo>
                    <a:pt x="454317" y="22745"/>
                  </a:lnTo>
                  <a:lnTo>
                    <a:pt x="456285" y="14922"/>
                  </a:lnTo>
                  <a:close/>
                </a:path>
                <a:path w="594359" h="214629">
                  <a:moveTo>
                    <a:pt x="573570" y="56794"/>
                  </a:moveTo>
                  <a:lnTo>
                    <a:pt x="547243" y="56794"/>
                  </a:lnTo>
                  <a:lnTo>
                    <a:pt x="507009" y="100977"/>
                  </a:lnTo>
                  <a:lnTo>
                    <a:pt x="506704" y="100977"/>
                  </a:lnTo>
                  <a:lnTo>
                    <a:pt x="488975" y="56794"/>
                  </a:lnTo>
                  <a:lnTo>
                    <a:pt x="462699" y="56794"/>
                  </a:lnTo>
                  <a:lnTo>
                    <a:pt x="489737" y="118656"/>
                  </a:lnTo>
                  <a:lnTo>
                    <a:pt x="429590" y="181216"/>
                  </a:lnTo>
                  <a:lnTo>
                    <a:pt x="456336" y="181216"/>
                  </a:lnTo>
                  <a:lnTo>
                    <a:pt x="497344" y="136385"/>
                  </a:lnTo>
                  <a:lnTo>
                    <a:pt x="497636" y="136385"/>
                  </a:lnTo>
                  <a:lnTo>
                    <a:pt x="515962" y="181216"/>
                  </a:lnTo>
                  <a:lnTo>
                    <a:pt x="541997" y="181216"/>
                  </a:lnTo>
                  <a:lnTo>
                    <a:pt x="514426" y="119176"/>
                  </a:lnTo>
                  <a:lnTo>
                    <a:pt x="573570" y="56794"/>
                  </a:lnTo>
                  <a:close/>
                </a:path>
                <a:path w="594359" h="214629">
                  <a:moveTo>
                    <a:pt x="593966" y="156591"/>
                  </a:moveTo>
                  <a:lnTo>
                    <a:pt x="571639" y="156591"/>
                  </a:lnTo>
                  <a:lnTo>
                    <a:pt x="569468" y="163893"/>
                  </a:lnTo>
                  <a:lnTo>
                    <a:pt x="566801" y="171335"/>
                  </a:lnTo>
                  <a:lnTo>
                    <a:pt x="547331" y="208114"/>
                  </a:lnTo>
                  <a:lnTo>
                    <a:pt x="542772" y="214503"/>
                  </a:lnTo>
                  <a:lnTo>
                    <a:pt x="558507" y="214503"/>
                  </a:lnTo>
                  <a:lnTo>
                    <a:pt x="583488" y="179616"/>
                  </a:lnTo>
                  <a:lnTo>
                    <a:pt x="590943" y="164338"/>
                  </a:lnTo>
                  <a:lnTo>
                    <a:pt x="593966" y="156591"/>
                  </a:lnTo>
                  <a:close/>
                </a:path>
              </a:pathLst>
            </a:custGeom>
            <a:solidFill>
              <a:srgbClr val="0A3C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748069" y="8574096"/>
              <a:ext cx="2011463" cy="23004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96134" y="8864221"/>
              <a:ext cx="1120276" cy="13349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483100" y="5283200"/>
              <a:ext cx="6515100" cy="17780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73600" y="5448300"/>
              <a:ext cx="6146800" cy="139700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041900" y="1734187"/>
            <a:ext cx="2451100" cy="108331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SELECT</a:t>
            </a:r>
            <a:r>
              <a:rPr sz="1900" spc="-34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50" dirty="0">
                <a:solidFill>
                  <a:srgbClr val="D6ECE9"/>
                </a:solidFill>
                <a:latin typeface="Lucida Sans Unicode"/>
                <a:cs typeface="Lucida Sans Unicode"/>
              </a:rPr>
              <a:t>*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900" spc="-65" dirty="0">
                <a:solidFill>
                  <a:srgbClr val="D6ECE9"/>
                </a:solidFill>
                <a:latin typeface="Lucida Sans Unicode"/>
                <a:cs typeface="Lucida Sans Unicode"/>
              </a:rPr>
              <a:t>FROM</a:t>
            </a:r>
            <a:r>
              <a:rPr sz="1900" spc="-22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directors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900" spc="-10" dirty="0">
                <a:solidFill>
                  <a:srgbClr val="D6ECE9"/>
                </a:solidFill>
                <a:latin typeface="Lucida Sans Unicode"/>
                <a:cs typeface="Lucida Sans Unicode"/>
              </a:rPr>
              <a:t>WHERE</a:t>
            </a:r>
            <a:r>
              <a:rPr sz="1900" spc="-15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75" dirty="0">
                <a:solidFill>
                  <a:srgbClr val="D6ECE9"/>
                </a:solidFill>
                <a:latin typeface="Lucida Sans Unicode"/>
                <a:cs typeface="Lucida Sans Unicode"/>
              </a:rPr>
              <a:t>name</a:t>
            </a:r>
            <a:r>
              <a:rPr sz="1900" spc="-20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05" dirty="0">
                <a:solidFill>
                  <a:srgbClr val="D6ECE9"/>
                </a:solidFill>
                <a:latin typeface="Lucida Sans Unicode"/>
                <a:cs typeface="Lucida Sans Unicode"/>
              </a:rPr>
              <a:t>LIKE</a:t>
            </a:r>
            <a:r>
              <a:rPr sz="1900" spc="-15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'S</a:t>
            </a:r>
            <a:r>
              <a:rPr sz="185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%</a:t>
            </a: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';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spc="-434" dirty="0"/>
              <a:t>7</a:t>
            </a:fld>
            <a:endParaRPr spc="-434" dirty="0"/>
          </a:p>
        </p:txBody>
      </p:sp>
      <p:sp>
        <p:nvSpPr>
          <p:cNvPr id="29" name="object 29"/>
          <p:cNvSpPr txBox="1"/>
          <p:nvPr/>
        </p:nvSpPr>
        <p:spPr>
          <a:xfrm>
            <a:off x="11137900" y="1527651"/>
            <a:ext cx="1879600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40" dirty="0">
                <a:solidFill>
                  <a:srgbClr val="C26F3C"/>
                </a:solidFill>
                <a:latin typeface="Arial"/>
                <a:cs typeface="Arial"/>
              </a:rPr>
              <a:t>H</a:t>
            </a:r>
            <a:r>
              <a:rPr sz="1550" b="1" spc="-13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45" dirty="0">
                <a:solidFill>
                  <a:srgbClr val="C26F3C"/>
                </a:solidFill>
                <a:latin typeface="Arial"/>
                <a:cs typeface="Arial"/>
              </a:rPr>
              <a:t>O</a:t>
            </a:r>
            <a:r>
              <a:rPr sz="1550" b="1" spc="-204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290" dirty="0">
                <a:solidFill>
                  <a:srgbClr val="C26F3C"/>
                </a:solidFill>
                <a:latin typeface="Arial"/>
                <a:cs typeface="Arial"/>
              </a:rPr>
              <a:t>W</a:t>
            </a:r>
            <a:r>
              <a:rPr sz="1550" b="1" spc="31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90" dirty="0">
                <a:solidFill>
                  <a:srgbClr val="C26F3C"/>
                </a:solidFill>
                <a:latin typeface="Arial"/>
                <a:cs typeface="Arial"/>
              </a:rPr>
              <a:t>I</a:t>
            </a:r>
            <a:r>
              <a:rPr sz="1550" b="1" spc="-17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55" dirty="0">
                <a:solidFill>
                  <a:srgbClr val="C26F3C"/>
                </a:solidFill>
                <a:latin typeface="Arial"/>
                <a:cs typeface="Arial"/>
              </a:rPr>
              <a:t>T</a:t>
            </a:r>
            <a:r>
              <a:rPr sz="1550" b="1" spc="47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145" dirty="0">
                <a:solidFill>
                  <a:srgbClr val="C26F3C"/>
                </a:solidFill>
                <a:latin typeface="Arial"/>
                <a:cs typeface="Arial"/>
              </a:rPr>
              <a:t>WO</a:t>
            </a:r>
            <a:r>
              <a:rPr sz="1550" b="1" spc="-21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35" dirty="0">
                <a:solidFill>
                  <a:srgbClr val="C26F3C"/>
                </a:solidFill>
                <a:latin typeface="Arial"/>
                <a:cs typeface="Arial"/>
              </a:rPr>
              <a:t>KS</a:t>
            </a:r>
            <a:endParaRPr sz="15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137900" y="1890814"/>
            <a:ext cx="4702810" cy="1851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54000" marR="5080" indent="-241300">
              <a:lnSpc>
                <a:spcPts val="2000"/>
              </a:lnSpc>
              <a:spcBef>
                <a:spcPts val="310"/>
              </a:spcBef>
              <a:buChar char="•"/>
              <a:tabLst>
                <a:tab pos="254000" algn="l"/>
              </a:tabLst>
            </a:pPr>
            <a:r>
              <a:rPr sz="1800" spc="-95" dirty="0">
                <a:solidFill>
                  <a:srgbClr val="202F2E"/>
                </a:solidFill>
                <a:latin typeface="Lucida Sans Unicode"/>
                <a:cs typeface="Lucida Sans Unicode"/>
              </a:rPr>
              <a:t>LIKE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2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enables</a:t>
            </a:r>
            <a:r>
              <a:rPr sz="1800" spc="-18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pattern</a:t>
            </a:r>
            <a:r>
              <a:rPr sz="1800" spc="-16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0" dirty="0">
                <a:solidFill>
                  <a:srgbClr val="202F2E"/>
                </a:solidFill>
                <a:latin typeface="Lucida Sans Unicode"/>
                <a:cs typeface="Lucida Sans Unicode"/>
              </a:rPr>
              <a:t>matching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instead</a:t>
            </a:r>
            <a:r>
              <a:rPr sz="1800" spc="-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5" dirty="0">
                <a:solidFill>
                  <a:srgbClr val="202F2E"/>
                </a:solidFill>
                <a:latin typeface="Lucida Sans Unicode"/>
                <a:cs typeface="Lucida Sans Unicode"/>
              </a:rPr>
              <a:t>of</a:t>
            </a:r>
            <a:r>
              <a:rPr sz="1800" spc="-11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202F2E"/>
                </a:solidFill>
                <a:latin typeface="Lucida Sans Unicode"/>
                <a:cs typeface="Lucida Sans Unicode"/>
              </a:rPr>
              <a:t>an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exact</a:t>
            </a:r>
            <a:r>
              <a:rPr sz="1800" spc="-11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02F2E"/>
                </a:solidFill>
                <a:latin typeface="Lucida Sans Unicode"/>
                <a:cs typeface="Lucida Sans Unicode"/>
              </a:rPr>
              <a:t>match.</a:t>
            </a:r>
            <a:endParaRPr sz="1800">
              <a:latin typeface="Lucida Sans Unicode"/>
              <a:cs typeface="Lucida Sans Unicode"/>
            </a:endParaRPr>
          </a:p>
          <a:p>
            <a:pPr marL="254000" marR="217804" indent="-241300">
              <a:lnSpc>
                <a:spcPts val="2000"/>
              </a:lnSpc>
              <a:spcBef>
                <a:spcPts val="1100"/>
              </a:spcBef>
              <a:buSzPct val="102857"/>
              <a:buChar char="•"/>
              <a:tabLst>
                <a:tab pos="254000" algn="l"/>
              </a:tabLst>
            </a:pPr>
            <a:r>
              <a:rPr sz="1750" spc="420" dirty="0">
                <a:solidFill>
                  <a:srgbClr val="202F2E"/>
                </a:solidFill>
                <a:latin typeface="Lucida Sans Unicode"/>
                <a:cs typeface="Lucida Sans Unicode"/>
              </a:rPr>
              <a:t>%</a:t>
            </a:r>
            <a:r>
              <a:rPr sz="1750" spc="-229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0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25" dirty="0">
                <a:solidFill>
                  <a:srgbClr val="202F2E"/>
                </a:solidFill>
                <a:latin typeface="Lucida Sans Unicode"/>
                <a:cs typeface="Lucida Sans Unicode"/>
              </a:rPr>
              <a:t>wildcard</a:t>
            </a:r>
            <a:r>
              <a:rPr sz="1800" spc="-20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5" dirty="0">
                <a:solidFill>
                  <a:srgbClr val="202F2E"/>
                </a:solidFill>
                <a:latin typeface="Lucida Sans Unicode"/>
                <a:cs typeface="Lucida Sans Unicode"/>
              </a:rPr>
              <a:t>meaning</a:t>
            </a:r>
            <a:r>
              <a:rPr sz="1800" spc="-2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80" dirty="0">
                <a:solidFill>
                  <a:srgbClr val="202F2E"/>
                </a:solidFill>
                <a:latin typeface="Lucida Sans Unicode"/>
                <a:cs typeface="Lucida Sans Unicode"/>
              </a:rPr>
              <a:t>“any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14" dirty="0">
                <a:solidFill>
                  <a:srgbClr val="202F2E"/>
                </a:solidFill>
                <a:latin typeface="Lucida Sans Unicode"/>
                <a:cs typeface="Lucida Sans Unicode"/>
              </a:rPr>
              <a:t>characters,</a:t>
            </a:r>
            <a:r>
              <a:rPr sz="1800" spc="-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202F2E"/>
                </a:solidFill>
                <a:latin typeface="Lucida Sans Unicode"/>
                <a:cs typeface="Lucida Sans Unicode"/>
              </a:rPr>
              <a:t>any length.”</a:t>
            </a:r>
            <a:endParaRPr sz="1800">
              <a:latin typeface="Lucida Sans Unicode"/>
              <a:cs typeface="Lucida Sans Unicode"/>
            </a:endParaRPr>
          </a:p>
          <a:p>
            <a:pPr marL="254000" marR="319405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'S</a:t>
            </a:r>
            <a:r>
              <a:rPr sz="1750" dirty="0">
                <a:solidFill>
                  <a:srgbClr val="202F2E"/>
                </a:solidFill>
                <a:latin typeface="Lucida Sans Unicode"/>
                <a:cs typeface="Lucida Sans Unicode"/>
              </a:rPr>
              <a:t>%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'</a:t>
            </a:r>
            <a:r>
              <a:rPr sz="1800" spc="-7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0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0" dirty="0">
                <a:solidFill>
                  <a:srgbClr val="202F2E"/>
                </a:solidFill>
                <a:latin typeface="Lucida Sans Unicode"/>
                <a:cs typeface="Lucida Sans Unicode"/>
              </a:rPr>
              <a:t>name</a:t>
            </a:r>
            <a:r>
              <a:rPr sz="1800" spc="-8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70" dirty="0">
                <a:solidFill>
                  <a:srgbClr val="202F2E"/>
                </a:solidFill>
                <a:latin typeface="Lucida Sans Unicode"/>
                <a:cs typeface="Lucida Sans Unicode"/>
              </a:rPr>
              <a:t>must</a:t>
            </a:r>
            <a:r>
              <a:rPr sz="1800" spc="-11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20" dirty="0">
                <a:solidFill>
                  <a:srgbClr val="202F2E"/>
                </a:solidFill>
                <a:latin typeface="Lucida Sans Unicode"/>
                <a:cs typeface="Lucida Sans Unicode"/>
              </a:rPr>
              <a:t>start</a:t>
            </a:r>
            <a:r>
              <a:rPr sz="1800" spc="-21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with</a:t>
            </a:r>
            <a:r>
              <a:rPr sz="1800" spc="-16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S,</a:t>
            </a:r>
            <a:r>
              <a:rPr sz="1800" spc="-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followed</a:t>
            </a:r>
            <a:r>
              <a:rPr sz="1800" spc="-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202F2E"/>
                </a:solidFill>
                <a:latin typeface="Lucida Sans Unicode"/>
                <a:cs typeface="Lucida Sans Unicode"/>
              </a:rPr>
              <a:t>by </a:t>
            </a:r>
            <a:r>
              <a:rPr sz="1800" spc="-60" dirty="0">
                <a:solidFill>
                  <a:srgbClr val="202F2E"/>
                </a:solidFill>
                <a:latin typeface="Lucida Sans Unicode"/>
                <a:cs typeface="Lucida Sans Unicode"/>
              </a:rPr>
              <a:t>anything.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73600" y="4994751"/>
            <a:ext cx="3517900" cy="13881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110" dirty="0">
                <a:solidFill>
                  <a:srgbClr val="C26F3C"/>
                </a:solidFill>
                <a:latin typeface="Arial"/>
                <a:cs typeface="Arial"/>
              </a:rPr>
              <a:t>E</a:t>
            </a:r>
            <a:r>
              <a:rPr sz="1550" b="1" spc="-16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C26F3C"/>
                </a:solidFill>
                <a:latin typeface="Arial"/>
                <a:cs typeface="Arial"/>
              </a:rPr>
              <a:t>S</a:t>
            </a:r>
            <a:r>
              <a:rPr sz="1550" b="1" spc="-22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30" dirty="0">
                <a:solidFill>
                  <a:srgbClr val="C26F3C"/>
                </a:solidFill>
                <a:latin typeface="Arial"/>
                <a:cs typeface="Arial"/>
              </a:rPr>
              <a:t>U</a:t>
            </a:r>
            <a:r>
              <a:rPr sz="1550" b="1" spc="-14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70" dirty="0">
                <a:solidFill>
                  <a:srgbClr val="C26F3C"/>
                </a:solidFill>
                <a:latin typeface="Arial"/>
                <a:cs typeface="Arial"/>
              </a:rPr>
              <a:t>LT</a:t>
            </a:r>
            <a:endParaRPr sz="15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15"/>
              </a:spcBef>
            </a:pPr>
            <a:endParaRPr sz="1500" dirty="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</a:pPr>
            <a:r>
              <a:rPr lang="en-US" sz="2400" b="1" spc="-100" dirty="0">
                <a:solidFill>
                  <a:srgbClr val="0A3C41"/>
                </a:solidFill>
                <a:latin typeface="Tahoma"/>
                <a:cs typeface="Tahoma"/>
              </a:rPr>
              <a:t>174</a:t>
            </a:r>
            <a:r>
              <a:rPr sz="2400" b="1" spc="-260" dirty="0">
                <a:solidFill>
                  <a:srgbClr val="0A3C41"/>
                </a:solidFill>
                <a:latin typeface="Tahoma"/>
                <a:cs typeface="Tahoma"/>
              </a:rPr>
              <a:t> </a:t>
            </a:r>
            <a:r>
              <a:rPr sz="2400" b="1" spc="-160" dirty="0">
                <a:solidFill>
                  <a:srgbClr val="0A3C41"/>
                </a:solidFill>
                <a:latin typeface="Verdana"/>
                <a:cs typeface="Verdana"/>
              </a:rPr>
              <a:t>d</a:t>
            </a:r>
            <a:r>
              <a:rPr sz="2450" b="1" spc="-160" dirty="0">
                <a:solidFill>
                  <a:srgbClr val="0A3C41"/>
                </a:solidFill>
                <a:latin typeface="Arial"/>
                <a:cs typeface="Arial"/>
              </a:rPr>
              <a:t>ir</a:t>
            </a:r>
            <a:r>
              <a:rPr sz="2400" b="1" spc="-160" dirty="0">
                <a:solidFill>
                  <a:srgbClr val="0A3C41"/>
                </a:solidFill>
                <a:latin typeface="Verdana"/>
                <a:cs typeface="Verdana"/>
              </a:rPr>
              <a:t>ec</a:t>
            </a:r>
            <a:r>
              <a:rPr sz="2450" b="1" spc="-160" dirty="0">
                <a:solidFill>
                  <a:srgbClr val="0A3C41"/>
                </a:solidFill>
                <a:latin typeface="Arial"/>
                <a:cs typeface="Arial"/>
              </a:rPr>
              <a:t>tors</a:t>
            </a:r>
            <a:r>
              <a:rPr sz="2450" b="1" spc="-195" dirty="0">
                <a:solidFill>
                  <a:srgbClr val="0A3C41"/>
                </a:solidFill>
                <a:latin typeface="Arial"/>
                <a:cs typeface="Arial"/>
              </a:rPr>
              <a:t> </a:t>
            </a:r>
            <a:r>
              <a:rPr sz="2450" b="1" spc="-20" dirty="0">
                <a:solidFill>
                  <a:srgbClr val="0A3C41"/>
                </a:solidFill>
                <a:latin typeface="Arial"/>
                <a:cs typeface="Arial"/>
              </a:rPr>
              <a:t>foun</a:t>
            </a:r>
            <a:r>
              <a:rPr sz="2400" b="1" spc="-20" dirty="0">
                <a:solidFill>
                  <a:srgbClr val="0A3C41"/>
                </a:solidFill>
                <a:latin typeface="Verdana"/>
                <a:cs typeface="Verdana"/>
              </a:rPr>
              <a:t>d</a:t>
            </a:r>
            <a:endParaRPr sz="2400" dirty="0">
              <a:latin typeface="Verdana"/>
              <a:cs typeface="Verdana"/>
            </a:endParaRPr>
          </a:p>
          <a:p>
            <a:pPr marL="381000">
              <a:lnSpc>
                <a:spcPct val="100000"/>
              </a:lnSpc>
              <a:spcBef>
                <a:spcPts val="509"/>
              </a:spcBef>
            </a:pPr>
            <a:r>
              <a:rPr sz="1650" spc="-175" dirty="0">
                <a:solidFill>
                  <a:srgbClr val="5C726F"/>
                </a:solidFill>
                <a:latin typeface="Lucida Sans Unicode"/>
                <a:cs typeface="Lucida Sans Unicode"/>
              </a:rPr>
              <a:t>e</a:t>
            </a:r>
            <a:r>
              <a:rPr sz="1800" spc="-175" dirty="0">
                <a:solidFill>
                  <a:srgbClr val="5C726F"/>
                </a:solidFill>
                <a:latin typeface="Lucida Sans Unicode"/>
                <a:cs typeface="Lucida Sans Unicode"/>
              </a:rPr>
              <a:t>.</a:t>
            </a:r>
            <a:r>
              <a:rPr sz="1650" spc="-175" dirty="0">
                <a:solidFill>
                  <a:srgbClr val="5C726F"/>
                </a:solidFill>
                <a:latin typeface="Lucida Sans Unicode"/>
                <a:cs typeface="Lucida Sans Unicode"/>
              </a:rPr>
              <a:t>g</a:t>
            </a:r>
            <a:r>
              <a:rPr sz="1800" spc="-175" dirty="0">
                <a:solidFill>
                  <a:srgbClr val="5C726F"/>
                </a:solidFill>
                <a:latin typeface="Lucida Sans Unicode"/>
                <a:cs typeface="Lucida Sans Unicode"/>
              </a:rPr>
              <a:t>.</a:t>
            </a:r>
            <a:r>
              <a:rPr sz="1800" spc="-3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70" dirty="0">
                <a:solidFill>
                  <a:srgbClr val="5C726F"/>
                </a:solidFill>
                <a:latin typeface="Lucida Sans Unicode"/>
                <a:cs typeface="Lucida Sans Unicode"/>
              </a:rPr>
              <a:t>Steven</a:t>
            </a:r>
            <a:r>
              <a:rPr sz="1650" spc="-15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25" dirty="0">
                <a:solidFill>
                  <a:srgbClr val="5C726F"/>
                </a:solidFill>
                <a:latin typeface="Lucida Sans Unicode"/>
                <a:cs typeface="Lucida Sans Unicode"/>
              </a:rPr>
              <a:t>Spielberg</a:t>
            </a:r>
            <a:r>
              <a:rPr sz="1800" spc="-125" dirty="0">
                <a:solidFill>
                  <a:srgbClr val="5C726F"/>
                </a:solidFill>
                <a:latin typeface="Lucida Sans Unicode"/>
                <a:cs typeface="Lucida Sans Unicode"/>
              </a:rPr>
              <a:t>,</a:t>
            </a:r>
            <a:r>
              <a:rPr sz="1800" spc="-15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65" dirty="0">
                <a:solidFill>
                  <a:srgbClr val="5C726F"/>
                </a:solidFill>
                <a:latin typeface="Lucida Sans Unicode"/>
                <a:cs typeface="Lucida Sans Unicode"/>
              </a:rPr>
              <a:t>Sam</a:t>
            </a:r>
            <a:r>
              <a:rPr sz="1650" spc="-19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60" dirty="0">
                <a:solidFill>
                  <a:srgbClr val="5C726F"/>
                </a:solidFill>
                <a:latin typeface="Lucida Sans Unicode"/>
                <a:cs typeface="Lucida Sans Unicode"/>
              </a:rPr>
              <a:t>Mendes</a:t>
            </a:r>
            <a:endParaRPr sz="165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9" y="731531"/>
            <a:ext cx="756285" cy="756285"/>
          </a:xfrm>
          <a:prstGeom prst="rect">
            <a:avLst/>
          </a:prstGeom>
          <a:solidFill>
            <a:srgbClr val="C26F3C"/>
          </a:solidFill>
        </p:spPr>
        <p:txBody>
          <a:bodyPr vert="horz" wrap="square" lIns="0" tIns="100330" rIns="0" bIns="0" rtlCol="0">
            <a:spAutoFit/>
          </a:bodyPr>
          <a:lstStyle/>
          <a:p>
            <a:pPr marL="253365">
              <a:lnSpc>
                <a:spcPct val="100000"/>
              </a:lnSpc>
              <a:spcBef>
                <a:spcPts val="790"/>
              </a:spcBef>
            </a:pPr>
            <a:r>
              <a:rPr sz="3350" b="1" spc="-50" dirty="0">
                <a:solidFill>
                  <a:srgbClr val="072529"/>
                </a:solidFill>
                <a:latin typeface="Arial"/>
                <a:cs typeface="Arial"/>
              </a:rPr>
              <a:t>F</a:t>
            </a:r>
            <a:endParaRPr sz="33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6900" y="1970430"/>
            <a:ext cx="252412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30" dirty="0">
                <a:solidFill>
                  <a:srgbClr val="DFA06A"/>
                </a:solidFill>
                <a:latin typeface="Arial"/>
                <a:cs typeface="Arial"/>
              </a:rPr>
              <a:t>F</a:t>
            </a:r>
            <a:r>
              <a:rPr sz="1650" b="1" spc="-25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105" dirty="0">
                <a:solidFill>
                  <a:srgbClr val="DFA06A"/>
                </a:solidFill>
                <a:latin typeface="Arial"/>
                <a:cs typeface="Arial"/>
              </a:rPr>
              <a:t>I</a:t>
            </a:r>
            <a:r>
              <a:rPr sz="1650" b="1" spc="-229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55" dirty="0">
                <a:solidFill>
                  <a:srgbClr val="DFA06A"/>
                </a:solidFill>
                <a:latin typeface="Arial"/>
                <a:cs typeface="Arial"/>
              </a:rPr>
              <a:t>LTE</a:t>
            </a:r>
            <a:r>
              <a:rPr sz="1650" b="1" spc="-254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55" dirty="0">
                <a:solidFill>
                  <a:srgbClr val="DFA06A"/>
                </a:solidFill>
                <a:latin typeface="Arial"/>
                <a:cs typeface="Arial"/>
              </a:rPr>
              <a:t>RI</a:t>
            </a:r>
            <a:r>
              <a:rPr sz="1650" b="1" spc="-229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45" dirty="0">
                <a:solidFill>
                  <a:srgbClr val="DFA06A"/>
                </a:solidFill>
                <a:latin typeface="Arial"/>
                <a:cs typeface="Arial"/>
              </a:rPr>
              <a:t>N</a:t>
            </a:r>
            <a:r>
              <a:rPr sz="1650" b="1" spc="-21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DFA06A"/>
                </a:solidFill>
                <a:latin typeface="Arial"/>
                <a:cs typeface="Arial"/>
              </a:rPr>
              <a:t>G</a:t>
            </a:r>
            <a:r>
              <a:rPr sz="1650" b="1" spc="5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DFA06A"/>
                </a:solidFill>
                <a:latin typeface="Arial Black"/>
                <a:cs typeface="Arial Black"/>
              </a:rPr>
              <a:t>&amp;</a:t>
            </a:r>
            <a:r>
              <a:rPr sz="1650" spc="5" dirty="0">
                <a:solidFill>
                  <a:srgbClr val="DFA06A"/>
                </a:solidFill>
                <a:latin typeface="Arial Black"/>
                <a:cs typeface="Arial Black"/>
              </a:rPr>
              <a:t> </a:t>
            </a:r>
            <a:r>
              <a:rPr sz="1650" b="1" spc="50" dirty="0">
                <a:solidFill>
                  <a:srgbClr val="DFA06A"/>
                </a:solidFill>
                <a:latin typeface="Arial"/>
                <a:cs typeface="Arial"/>
              </a:rPr>
              <a:t>SEARCH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900" y="2418974"/>
            <a:ext cx="2543810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10"/>
              </a:lnSpc>
              <a:spcBef>
                <a:spcPts val="100"/>
              </a:spcBef>
            </a:pPr>
            <a:r>
              <a:rPr sz="3250" b="1" spc="-305" dirty="0">
                <a:solidFill>
                  <a:srgbClr val="FAFAF6"/>
                </a:solidFill>
                <a:latin typeface="Arial"/>
                <a:cs typeface="Arial"/>
              </a:rPr>
              <a:t>C</a:t>
            </a:r>
            <a:r>
              <a:rPr sz="3350" b="1" spc="-305" dirty="0">
                <a:solidFill>
                  <a:srgbClr val="FAFAF6"/>
                </a:solidFill>
                <a:latin typeface="Tahoma"/>
                <a:cs typeface="Tahoma"/>
              </a:rPr>
              <a:t>ount</a:t>
            </a:r>
            <a:r>
              <a:rPr sz="3350" b="1" spc="-315" dirty="0">
                <a:solidFill>
                  <a:srgbClr val="FAFAF6"/>
                </a:solidFill>
                <a:latin typeface="Tahoma"/>
                <a:cs typeface="Tahoma"/>
              </a:rPr>
              <a:t> </a:t>
            </a:r>
            <a:r>
              <a:rPr sz="3250" b="1" spc="-175" dirty="0">
                <a:solidFill>
                  <a:srgbClr val="FAFAF6"/>
                </a:solidFill>
                <a:latin typeface="Arial"/>
                <a:cs typeface="Arial"/>
              </a:rPr>
              <a:t>Fe</a:t>
            </a:r>
            <a:r>
              <a:rPr sz="3350" b="1" spc="-175" dirty="0">
                <a:solidFill>
                  <a:srgbClr val="FAFAF6"/>
                </a:solidFill>
                <a:latin typeface="Tahoma"/>
                <a:cs typeface="Tahoma"/>
              </a:rPr>
              <a:t>m</a:t>
            </a:r>
            <a:r>
              <a:rPr sz="3250" b="1" spc="-175" dirty="0">
                <a:solidFill>
                  <a:srgbClr val="FAFAF6"/>
                </a:solidFill>
                <a:latin typeface="Arial"/>
                <a:cs typeface="Arial"/>
              </a:rPr>
              <a:t>a</a:t>
            </a:r>
            <a:r>
              <a:rPr sz="3350" b="1" spc="-175" dirty="0">
                <a:solidFill>
                  <a:srgbClr val="FAFAF6"/>
                </a:solidFill>
                <a:latin typeface="Tahoma"/>
                <a:cs typeface="Tahoma"/>
              </a:rPr>
              <a:t>l</a:t>
            </a:r>
            <a:r>
              <a:rPr sz="3250" b="1" spc="-175" dirty="0">
                <a:solidFill>
                  <a:srgbClr val="FAFAF6"/>
                </a:solidFill>
                <a:latin typeface="Arial"/>
                <a:cs typeface="Arial"/>
              </a:rPr>
              <a:t>e</a:t>
            </a:r>
            <a:endParaRPr sz="3250">
              <a:latin typeface="Arial"/>
              <a:cs typeface="Arial"/>
            </a:endParaRPr>
          </a:p>
          <a:p>
            <a:pPr marL="12700">
              <a:lnSpc>
                <a:spcPts val="3810"/>
              </a:lnSpc>
            </a:pPr>
            <a:r>
              <a:rPr sz="3250" b="1" spc="-80" dirty="0">
                <a:solidFill>
                  <a:srgbClr val="FAFAF6"/>
                </a:solidFill>
                <a:latin typeface="Arial"/>
                <a:cs typeface="Arial"/>
              </a:rPr>
              <a:t>D</a:t>
            </a:r>
            <a:r>
              <a:rPr sz="3350" b="1" spc="-80" dirty="0">
                <a:solidFill>
                  <a:srgbClr val="FAFAF6"/>
                </a:solidFill>
                <a:latin typeface="Tahoma"/>
                <a:cs typeface="Tahoma"/>
              </a:rPr>
              <a:t>ir</a:t>
            </a:r>
            <a:r>
              <a:rPr sz="3250" b="1" spc="-80" dirty="0">
                <a:solidFill>
                  <a:srgbClr val="FAFAF6"/>
                </a:solidFill>
                <a:latin typeface="Arial"/>
                <a:cs typeface="Arial"/>
              </a:rPr>
              <a:t>ec</a:t>
            </a:r>
            <a:r>
              <a:rPr sz="3350" b="1" spc="-80" dirty="0">
                <a:solidFill>
                  <a:srgbClr val="FAFAF6"/>
                </a:solidFill>
                <a:latin typeface="Tahoma"/>
                <a:cs typeface="Tahoma"/>
              </a:rPr>
              <a:t>tors</a:t>
            </a:r>
            <a:endParaRPr sz="33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3796" y="1066747"/>
            <a:ext cx="1421945" cy="1839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04609" y="1068455"/>
            <a:ext cx="982923" cy="18221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483100" y="1346200"/>
            <a:ext cx="6515100" cy="2501900"/>
            <a:chOff x="4483100" y="1346200"/>
            <a:chExt cx="6515100" cy="25019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3100" y="1346200"/>
              <a:ext cx="6515100" cy="25019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73600" y="1498600"/>
              <a:ext cx="6146800" cy="212090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99025" y="5283200"/>
            <a:ext cx="15653385" cy="3861435"/>
            <a:chOff x="599025" y="5283200"/>
            <a:chExt cx="15653385" cy="3861435"/>
          </a:xfrm>
        </p:grpSpPr>
        <p:sp>
          <p:nvSpPr>
            <p:cNvPr id="11" name="object 11"/>
            <p:cNvSpPr/>
            <p:nvPr/>
          </p:nvSpPr>
          <p:spPr>
            <a:xfrm>
              <a:off x="609609" y="7498194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59" y="3989"/>
                  </a:lnTo>
                  <a:lnTo>
                    <a:pt x="208459" y="15538"/>
                  </a:lnTo>
                  <a:lnTo>
                    <a:pt x="164726" y="34021"/>
                  </a:lnTo>
                  <a:lnTo>
                    <a:pt x="124789" y="58808"/>
                  </a:lnTo>
                  <a:lnTo>
                    <a:pt x="89273" y="89273"/>
                  </a:lnTo>
                  <a:lnTo>
                    <a:pt x="58808" y="124789"/>
                  </a:lnTo>
                  <a:lnTo>
                    <a:pt x="34021" y="164726"/>
                  </a:lnTo>
                  <a:lnTo>
                    <a:pt x="15538" y="208459"/>
                  </a:lnTo>
                  <a:lnTo>
                    <a:pt x="3989" y="255359"/>
                  </a:lnTo>
                  <a:lnTo>
                    <a:pt x="0" y="304800"/>
                  </a:lnTo>
                  <a:lnTo>
                    <a:pt x="3989" y="354240"/>
                  </a:lnTo>
                  <a:lnTo>
                    <a:pt x="15538" y="401140"/>
                  </a:lnTo>
                  <a:lnTo>
                    <a:pt x="34021" y="444873"/>
                  </a:lnTo>
                  <a:lnTo>
                    <a:pt x="58808" y="484810"/>
                  </a:lnTo>
                  <a:lnTo>
                    <a:pt x="89273" y="520326"/>
                  </a:lnTo>
                  <a:lnTo>
                    <a:pt x="124789" y="550791"/>
                  </a:lnTo>
                  <a:lnTo>
                    <a:pt x="164726" y="575578"/>
                  </a:lnTo>
                  <a:lnTo>
                    <a:pt x="208459" y="594061"/>
                  </a:lnTo>
                  <a:lnTo>
                    <a:pt x="255359" y="605610"/>
                  </a:lnTo>
                  <a:lnTo>
                    <a:pt x="304800" y="609600"/>
                  </a:lnTo>
                  <a:lnTo>
                    <a:pt x="354240" y="605610"/>
                  </a:lnTo>
                  <a:lnTo>
                    <a:pt x="401140" y="594061"/>
                  </a:lnTo>
                  <a:lnTo>
                    <a:pt x="444873" y="575578"/>
                  </a:lnTo>
                  <a:lnTo>
                    <a:pt x="484810" y="550791"/>
                  </a:lnTo>
                  <a:lnTo>
                    <a:pt x="520326" y="520326"/>
                  </a:lnTo>
                  <a:lnTo>
                    <a:pt x="550791" y="484810"/>
                  </a:lnTo>
                  <a:lnTo>
                    <a:pt x="575578" y="444873"/>
                  </a:lnTo>
                  <a:lnTo>
                    <a:pt x="594061" y="401140"/>
                  </a:lnTo>
                  <a:lnTo>
                    <a:pt x="605610" y="354240"/>
                  </a:lnTo>
                  <a:lnTo>
                    <a:pt x="609600" y="304800"/>
                  </a:lnTo>
                  <a:lnTo>
                    <a:pt x="605610" y="255359"/>
                  </a:lnTo>
                  <a:lnTo>
                    <a:pt x="594061" y="208459"/>
                  </a:lnTo>
                  <a:lnTo>
                    <a:pt x="575578" y="164726"/>
                  </a:lnTo>
                  <a:lnTo>
                    <a:pt x="550791" y="124789"/>
                  </a:lnTo>
                  <a:lnTo>
                    <a:pt x="520326" y="89273"/>
                  </a:lnTo>
                  <a:lnTo>
                    <a:pt x="484810" y="58808"/>
                  </a:lnTo>
                  <a:lnTo>
                    <a:pt x="444873" y="34021"/>
                  </a:lnTo>
                  <a:lnTo>
                    <a:pt x="401140" y="15538"/>
                  </a:lnTo>
                  <a:lnTo>
                    <a:pt x="354240" y="3989"/>
                  </a:lnTo>
                  <a:lnTo>
                    <a:pt x="304800" y="0"/>
                  </a:lnTo>
                  <a:close/>
                </a:path>
              </a:pathLst>
            </a:custGeom>
            <a:ln w="21166">
              <a:solidFill>
                <a:srgbClr val="C26F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80179" y="7681076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496" y="316992"/>
                  </a:moveTo>
                  <a:lnTo>
                    <a:pt x="108399" y="308912"/>
                  </a:lnTo>
                  <a:lnTo>
                    <a:pt x="64890" y="286411"/>
                  </a:lnTo>
                  <a:lnTo>
                    <a:pt x="30580" y="252101"/>
                  </a:lnTo>
                  <a:lnTo>
                    <a:pt x="8080" y="208592"/>
                  </a:lnTo>
                  <a:lnTo>
                    <a:pt x="0" y="158495"/>
                  </a:lnTo>
                  <a:lnTo>
                    <a:pt x="8080" y="108398"/>
                  </a:lnTo>
                  <a:lnTo>
                    <a:pt x="30580" y="64890"/>
                  </a:lnTo>
                  <a:lnTo>
                    <a:pt x="64890" y="30580"/>
                  </a:lnTo>
                  <a:lnTo>
                    <a:pt x="108399" y="8080"/>
                  </a:lnTo>
                  <a:lnTo>
                    <a:pt x="158496" y="0"/>
                  </a:lnTo>
                  <a:lnTo>
                    <a:pt x="208593" y="8080"/>
                  </a:lnTo>
                  <a:lnTo>
                    <a:pt x="252101" y="30580"/>
                  </a:lnTo>
                  <a:lnTo>
                    <a:pt x="286411" y="64890"/>
                  </a:lnTo>
                  <a:lnTo>
                    <a:pt x="308911" y="108398"/>
                  </a:lnTo>
                  <a:lnTo>
                    <a:pt x="316991" y="158495"/>
                  </a:lnTo>
                  <a:lnTo>
                    <a:pt x="308911" y="208592"/>
                  </a:lnTo>
                  <a:lnTo>
                    <a:pt x="286411" y="252101"/>
                  </a:lnTo>
                  <a:lnTo>
                    <a:pt x="252101" y="286411"/>
                  </a:lnTo>
                  <a:lnTo>
                    <a:pt x="208593" y="308912"/>
                  </a:lnTo>
                  <a:lnTo>
                    <a:pt x="158496" y="316992"/>
                  </a:lnTo>
                  <a:close/>
                </a:path>
              </a:pathLst>
            </a:custGeom>
            <a:solidFill>
              <a:srgbClr val="C26F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84382" y="8193148"/>
              <a:ext cx="12167870" cy="951230"/>
            </a:xfrm>
            <a:custGeom>
              <a:avLst/>
              <a:gdLst/>
              <a:ahLst/>
              <a:cxnLst/>
              <a:rect l="l" t="t" r="r" b="b"/>
              <a:pathLst>
                <a:path w="12167869" h="951229">
                  <a:moveTo>
                    <a:pt x="12167743" y="950976"/>
                  </a:moveTo>
                  <a:lnTo>
                    <a:pt x="0" y="950976"/>
                  </a:lnTo>
                  <a:lnTo>
                    <a:pt x="0" y="0"/>
                  </a:lnTo>
                  <a:lnTo>
                    <a:pt x="12167743" y="0"/>
                  </a:lnTo>
                  <a:lnTo>
                    <a:pt x="12167743" y="950976"/>
                  </a:lnTo>
                  <a:close/>
                </a:path>
              </a:pathLst>
            </a:custGeom>
            <a:solidFill>
              <a:srgbClr val="D6EC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701019" y="8574163"/>
              <a:ext cx="530860" cy="182245"/>
            </a:xfrm>
            <a:custGeom>
              <a:avLst/>
              <a:gdLst/>
              <a:ahLst/>
              <a:cxnLst/>
              <a:rect l="l" t="t" r="r" b="b"/>
              <a:pathLst>
                <a:path w="530860" h="182245">
                  <a:moveTo>
                    <a:pt x="156705" y="4597"/>
                  </a:moveTo>
                  <a:lnTo>
                    <a:pt x="43713" y="4597"/>
                  </a:lnTo>
                  <a:lnTo>
                    <a:pt x="0" y="179501"/>
                  </a:lnTo>
                  <a:lnTo>
                    <a:pt x="22034" y="179501"/>
                  </a:lnTo>
                  <a:lnTo>
                    <a:pt x="41236" y="102679"/>
                  </a:lnTo>
                  <a:lnTo>
                    <a:pt x="124714" y="102679"/>
                  </a:lnTo>
                  <a:lnTo>
                    <a:pt x="129552" y="83235"/>
                  </a:lnTo>
                  <a:lnTo>
                    <a:pt x="46075" y="83235"/>
                  </a:lnTo>
                  <a:lnTo>
                    <a:pt x="60794" y="24333"/>
                  </a:lnTo>
                  <a:lnTo>
                    <a:pt x="151752" y="24333"/>
                  </a:lnTo>
                  <a:lnTo>
                    <a:pt x="156705" y="4597"/>
                  </a:lnTo>
                  <a:close/>
                </a:path>
                <a:path w="530860" h="182245">
                  <a:moveTo>
                    <a:pt x="178371" y="55079"/>
                  </a:moveTo>
                  <a:lnTo>
                    <a:pt x="157162" y="55079"/>
                  </a:lnTo>
                  <a:lnTo>
                    <a:pt x="126060" y="179501"/>
                  </a:lnTo>
                  <a:lnTo>
                    <a:pt x="147269" y="179501"/>
                  </a:lnTo>
                  <a:lnTo>
                    <a:pt x="178371" y="55079"/>
                  </a:lnTo>
                  <a:close/>
                </a:path>
                <a:path w="530860" h="182245">
                  <a:moveTo>
                    <a:pt x="191414" y="13208"/>
                  </a:moveTo>
                  <a:lnTo>
                    <a:pt x="191033" y="9918"/>
                  </a:lnTo>
                  <a:lnTo>
                    <a:pt x="189268" y="7366"/>
                  </a:lnTo>
                  <a:lnTo>
                    <a:pt x="187540" y="4775"/>
                  </a:lnTo>
                  <a:lnTo>
                    <a:pt x="184632" y="3479"/>
                  </a:lnTo>
                  <a:lnTo>
                    <a:pt x="176618" y="3479"/>
                  </a:lnTo>
                  <a:lnTo>
                    <a:pt x="173113" y="4775"/>
                  </a:lnTo>
                  <a:lnTo>
                    <a:pt x="166408" y="10109"/>
                  </a:lnTo>
                  <a:lnTo>
                    <a:pt x="164274" y="13373"/>
                  </a:lnTo>
                  <a:lnTo>
                    <a:pt x="162344" y="21031"/>
                  </a:lnTo>
                  <a:lnTo>
                    <a:pt x="162864" y="24231"/>
                  </a:lnTo>
                  <a:lnTo>
                    <a:pt x="164820" y="26860"/>
                  </a:lnTo>
                  <a:lnTo>
                    <a:pt x="166827" y="29489"/>
                  </a:lnTo>
                  <a:lnTo>
                    <a:pt x="169786" y="30810"/>
                  </a:lnTo>
                  <a:lnTo>
                    <a:pt x="177647" y="30810"/>
                  </a:lnTo>
                  <a:lnTo>
                    <a:pt x="181165" y="29489"/>
                  </a:lnTo>
                  <a:lnTo>
                    <a:pt x="187401" y="24231"/>
                  </a:lnTo>
                  <a:lnTo>
                    <a:pt x="189445" y="21031"/>
                  </a:lnTo>
                  <a:lnTo>
                    <a:pt x="191414" y="13208"/>
                  </a:lnTo>
                  <a:close/>
                </a:path>
                <a:path w="530860" h="182245">
                  <a:moveTo>
                    <a:pt x="242963" y="0"/>
                  </a:moveTo>
                  <a:lnTo>
                    <a:pt x="221691" y="0"/>
                  </a:lnTo>
                  <a:lnTo>
                    <a:pt x="176796" y="179501"/>
                  </a:lnTo>
                  <a:lnTo>
                    <a:pt x="198069" y="179501"/>
                  </a:lnTo>
                  <a:lnTo>
                    <a:pt x="242963" y="0"/>
                  </a:lnTo>
                  <a:close/>
                </a:path>
                <a:path w="530860" h="182245">
                  <a:moveTo>
                    <a:pt x="318147" y="55079"/>
                  </a:moveTo>
                  <a:lnTo>
                    <a:pt x="289217" y="55079"/>
                  </a:lnTo>
                  <a:lnTo>
                    <a:pt x="299351" y="14554"/>
                  </a:lnTo>
                  <a:lnTo>
                    <a:pt x="278091" y="14554"/>
                  </a:lnTo>
                  <a:lnTo>
                    <a:pt x="267957" y="55079"/>
                  </a:lnTo>
                  <a:lnTo>
                    <a:pt x="248158" y="55079"/>
                  </a:lnTo>
                  <a:lnTo>
                    <a:pt x="244043" y="71513"/>
                  </a:lnTo>
                  <a:lnTo>
                    <a:pt x="263829" y="71513"/>
                  </a:lnTo>
                  <a:lnTo>
                    <a:pt x="244563" y="148577"/>
                  </a:lnTo>
                  <a:lnTo>
                    <a:pt x="243103" y="156489"/>
                  </a:lnTo>
                  <a:lnTo>
                    <a:pt x="258064" y="181978"/>
                  </a:lnTo>
                  <a:lnTo>
                    <a:pt x="268541" y="181978"/>
                  </a:lnTo>
                  <a:lnTo>
                    <a:pt x="275450" y="181978"/>
                  </a:lnTo>
                  <a:lnTo>
                    <a:pt x="281292" y="181038"/>
                  </a:lnTo>
                  <a:lnTo>
                    <a:pt x="286042" y="179146"/>
                  </a:lnTo>
                  <a:lnTo>
                    <a:pt x="290398" y="161772"/>
                  </a:lnTo>
                  <a:lnTo>
                    <a:pt x="288315" y="162433"/>
                  </a:lnTo>
                  <a:lnTo>
                    <a:pt x="282270" y="163614"/>
                  </a:lnTo>
                  <a:lnTo>
                    <a:pt x="273240" y="163766"/>
                  </a:lnTo>
                  <a:lnTo>
                    <a:pt x="269570" y="162217"/>
                  </a:lnTo>
                  <a:lnTo>
                    <a:pt x="265404" y="155981"/>
                  </a:lnTo>
                  <a:lnTo>
                    <a:pt x="265150" y="151257"/>
                  </a:lnTo>
                  <a:lnTo>
                    <a:pt x="285102" y="71513"/>
                  </a:lnTo>
                  <a:lnTo>
                    <a:pt x="314020" y="71513"/>
                  </a:lnTo>
                  <a:lnTo>
                    <a:pt x="318147" y="55079"/>
                  </a:lnTo>
                  <a:close/>
                </a:path>
                <a:path w="530860" h="182245">
                  <a:moveTo>
                    <a:pt x="431419" y="93421"/>
                  </a:moveTo>
                  <a:lnTo>
                    <a:pt x="430631" y="85305"/>
                  </a:lnTo>
                  <a:lnTo>
                    <a:pt x="428777" y="77863"/>
                  </a:lnTo>
                  <a:lnTo>
                    <a:pt x="428713" y="77724"/>
                  </a:lnTo>
                  <a:lnTo>
                    <a:pt x="425843" y="71297"/>
                  </a:lnTo>
                  <a:lnTo>
                    <a:pt x="425424" y="70688"/>
                  </a:lnTo>
                  <a:lnTo>
                    <a:pt x="421855" y="65582"/>
                  </a:lnTo>
                  <a:lnTo>
                    <a:pt x="416788" y="60731"/>
                  </a:lnTo>
                  <a:lnTo>
                    <a:pt x="410946" y="56997"/>
                  </a:lnTo>
                  <a:lnTo>
                    <a:pt x="410946" y="97904"/>
                  </a:lnTo>
                  <a:lnTo>
                    <a:pt x="410883" y="98247"/>
                  </a:lnTo>
                  <a:lnTo>
                    <a:pt x="409841" y="104736"/>
                  </a:lnTo>
                  <a:lnTo>
                    <a:pt x="338048" y="104736"/>
                  </a:lnTo>
                  <a:lnTo>
                    <a:pt x="369506" y="72364"/>
                  </a:lnTo>
                  <a:lnTo>
                    <a:pt x="376047" y="70688"/>
                  </a:lnTo>
                  <a:lnTo>
                    <a:pt x="389001" y="70688"/>
                  </a:lnTo>
                  <a:lnTo>
                    <a:pt x="408482" y="86829"/>
                  </a:lnTo>
                  <a:lnTo>
                    <a:pt x="410489" y="91935"/>
                  </a:lnTo>
                  <a:lnTo>
                    <a:pt x="410603" y="93421"/>
                  </a:lnTo>
                  <a:lnTo>
                    <a:pt x="410946" y="97904"/>
                  </a:lnTo>
                  <a:lnTo>
                    <a:pt x="410946" y="56997"/>
                  </a:lnTo>
                  <a:lnTo>
                    <a:pt x="410756" y="56870"/>
                  </a:lnTo>
                  <a:lnTo>
                    <a:pt x="403860" y="54102"/>
                  </a:lnTo>
                  <a:lnTo>
                    <a:pt x="395871" y="52400"/>
                  </a:lnTo>
                  <a:lnTo>
                    <a:pt x="395338" y="52400"/>
                  </a:lnTo>
                  <a:lnTo>
                    <a:pt x="387451" y="51904"/>
                  </a:lnTo>
                  <a:lnTo>
                    <a:pt x="347713" y="64414"/>
                  </a:lnTo>
                  <a:lnTo>
                    <a:pt x="319176" y="98247"/>
                  </a:lnTo>
                  <a:lnTo>
                    <a:pt x="310959" y="125818"/>
                  </a:lnTo>
                  <a:lnTo>
                    <a:pt x="310159" y="134569"/>
                  </a:lnTo>
                  <a:lnTo>
                    <a:pt x="327304" y="173850"/>
                  </a:lnTo>
                  <a:lnTo>
                    <a:pt x="356704" y="182029"/>
                  </a:lnTo>
                  <a:lnTo>
                    <a:pt x="363296" y="181749"/>
                  </a:lnTo>
                  <a:lnTo>
                    <a:pt x="404317" y="163715"/>
                  </a:lnTo>
                  <a:lnTo>
                    <a:pt x="418617" y="145161"/>
                  </a:lnTo>
                  <a:lnTo>
                    <a:pt x="400888" y="139788"/>
                  </a:lnTo>
                  <a:lnTo>
                    <a:pt x="396405" y="147650"/>
                  </a:lnTo>
                  <a:lnTo>
                    <a:pt x="390969" y="153593"/>
                  </a:lnTo>
                  <a:lnTo>
                    <a:pt x="378167" y="161683"/>
                  </a:lnTo>
                  <a:lnTo>
                    <a:pt x="370916" y="163715"/>
                  </a:lnTo>
                  <a:lnTo>
                    <a:pt x="354660" y="163715"/>
                  </a:lnTo>
                  <a:lnTo>
                    <a:pt x="347751" y="161683"/>
                  </a:lnTo>
                  <a:lnTo>
                    <a:pt x="347916" y="161683"/>
                  </a:lnTo>
                  <a:lnTo>
                    <a:pt x="342912" y="157886"/>
                  </a:lnTo>
                  <a:lnTo>
                    <a:pt x="337845" y="153949"/>
                  </a:lnTo>
                  <a:lnTo>
                    <a:pt x="334632" y="148412"/>
                  </a:lnTo>
                  <a:lnTo>
                    <a:pt x="333260" y="141262"/>
                  </a:lnTo>
                  <a:lnTo>
                    <a:pt x="331927" y="134073"/>
                  </a:lnTo>
                  <a:lnTo>
                    <a:pt x="332574" y="125818"/>
                  </a:lnTo>
                  <a:lnTo>
                    <a:pt x="332625" y="125628"/>
                  </a:lnTo>
                  <a:lnTo>
                    <a:pt x="333984" y="120764"/>
                  </a:lnTo>
                  <a:lnTo>
                    <a:pt x="426859" y="120764"/>
                  </a:lnTo>
                  <a:lnTo>
                    <a:pt x="429526" y="111150"/>
                  </a:lnTo>
                  <a:lnTo>
                    <a:pt x="429653" y="110401"/>
                  </a:lnTo>
                  <a:lnTo>
                    <a:pt x="431050" y="102031"/>
                  </a:lnTo>
                  <a:lnTo>
                    <a:pt x="431419" y="93421"/>
                  </a:lnTo>
                  <a:close/>
                </a:path>
                <a:path w="530860" h="182245">
                  <a:moveTo>
                    <a:pt x="530707" y="53606"/>
                  </a:moveTo>
                  <a:lnTo>
                    <a:pt x="524649" y="52489"/>
                  </a:lnTo>
                  <a:lnTo>
                    <a:pt x="512330" y="52374"/>
                  </a:lnTo>
                  <a:lnTo>
                    <a:pt x="504482" y="54508"/>
                  </a:lnTo>
                  <a:lnTo>
                    <a:pt x="477634" y="77292"/>
                  </a:lnTo>
                  <a:lnTo>
                    <a:pt x="477100" y="77292"/>
                  </a:lnTo>
                  <a:lnTo>
                    <a:pt x="481469" y="55079"/>
                  </a:lnTo>
                  <a:lnTo>
                    <a:pt x="461429" y="55079"/>
                  </a:lnTo>
                  <a:lnTo>
                    <a:pt x="430326" y="179501"/>
                  </a:lnTo>
                  <a:lnTo>
                    <a:pt x="451535" y="179501"/>
                  </a:lnTo>
                  <a:lnTo>
                    <a:pt x="470090" y="105308"/>
                  </a:lnTo>
                  <a:lnTo>
                    <a:pt x="473544" y="97688"/>
                  </a:lnTo>
                  <a:lnTo>
                    <a:pt x="482892" y="85001"/>
                  </a:lnTo>
                  <a:lnTo>
                    <a:pt x="488340" y="80200"/>
                  </a:lnTo>
                  <a:lnTo>
                    <a:pt x="500786" y="73634"/>
                  </a:lnTo>
                  <a:lnTo>
                    <a:pt x="507326" y="71983"/>
                  </a:lnTo>
                  <a:lnTo>
                    <a:pt x="518756" y="71983"/>
                  </a:lnTo>
                  <a:lnTo>
                    <a:pt x="522643" y="72402"/>
                  </a:lnTo>
                  <a:lnTo>
                    <a:pt x="525818" y="73228"/>
                  </a:lnTo>
                  <a:lnTo>
                    <a:pt x="530707" y="53606"/>
                  </a:lnTo>
                  <a:close/>
                </a:path>
              </a:pathLst>
            </a:custGeom>
            <a:solidFill>
              <a:srgbClr val="0A3C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80422" y="8572447"/>
              <a:ext cx="422802" cy="21449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85697" y="8574155"/>
              <a:ext cx="1406359" cy="18221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32569" y="8563316"/>
              <a:ext cx="3574464" cy="24141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96134" y="8864221"/>
              <a:ext cx="1120276" cy="13349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83100" y="5283200"/>
              <a:ext cx="6515100" cy="17780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73600" y="5448300"/>
              <a:ext cx="6146800" cy="139700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041900" y="1734187"/>
            <a:ext cx="4051300" cy="10833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22800"/>
              </a:lnSpc>
              <a:spcBef>
                <a:spcPts val="125"/>
              </a:spcBef>
            </a:pP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SELECT</a:t>
            </a:r>
            <a:r>
              <a:rPr sz="1900" spc="-35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75" dirty="0">
                <a:solidFill>
                  <a:srgbClr val="D6ECE9"/>
                </a:solidFill>
                <a:latin typeface="Lucida Sans Unicode"/>
                <a:cs typeface="Lucida Sans Unicode"/>
              </a:rPr>
              <a:t>COUNT(*)</a:t>
            </a: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D6ECE9"/>
                </a:solidFill>
                <a:latin typeface="Lucida Sans Unicode"/>
                <a:cs typeface="Lucida Sans Unicode"/>
              </a:rPr>
              <a:t>AS</a:t>
            </a:r>
            <a:r>
              <a:rPr sz="1900" spc="-18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30" dirty="0">
                <a:solidFill>
                  <a:srgbClr val="D6ECE9"/>
                </a:solidFill>
                <a:latin typeface="Lucida Sans Unicode"/>
                <a:cs typeface="Lucida Sans Unicode"/>
              </a:rPr>
              <a:t>female_directors </a:t>
            </a:r>
            <a:r>
              <a:rPr sz="1900" spc="-65" dirty="0">
                <a:solidFill>
                  <a:srgbClr val="D6ECE9"/>
                </a:solidFill>
                <a:latin typeface="Lucida Sans Unicode"/>
                <a:cs typeface="Lucida Sans Unicode"/>
              </a:rPr>
              <a:t>FROM</a:t>
            </a:r>
            <a:r>
              <a:rPr sz="1900" spc="-22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directors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900" spc="-10" dirty="0">
                <a:solidFill>
                  <a:srgbClr val="D6ECE9"/>
                </a:solidFill>
                <a:latin typeface="Lucida Sans Unicode"/>
                <a:cs typeface="Lucida Sans Unicode"/>
              </a:rPr>
              <a:t>WHERE</a:t>
            </a:r>
            <a:r>
              <a:rPr sz="1900" spc="-14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65" dirty="0">
                <a:solidFill>
                  <a:srgbClr val="D6ECE9"/>
                </a:solidFill>
                <a:latin typeface="Lucida Sans Unicode"/>
                <a:cs typeface="Lucida Sans Unicode"/>
              </a:rPr>
              <a:t>gender</a:t>
            </a:r>
            <a:r>
              <a:rPr sz="1900" spc="-26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850" spc="-400" dirty="0">
                <a:solidFill>
                  <a:srgbClr val="D6ECE9"/>
                </a:solidFill>
                <a:latin typeface="Lucida Sans Unicode"/>
                <a:cs typeface="Lucida Sans Unicode"/>
              </a:rPr>
              <a:t>=</a:t>
            </a:r>
            <a:r>
              <a:rPr sz="1850" spc="-14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850" spc="-375" dirty="0">
                <a:solidFill>
                  <a:srgbClr val="D6ECE9"/>
                </a:solidFill>
                <a:latin typeface="Lucida Sans Unicode"/>
                <a:cs typeface="Lucida Sans Unicode"/>
              </a:rPr>
              <a:t>1</a:t>
            </a:r>
            <a:r>
              <a:rPr sz="1900" spc="-375" dirty="0">
                <a:solidFill>
                  <a:srgbClr val="D6ECE9"/>
                </a:solidFill>
                <a:latin typeface="Lucida Sans Unicode"/>
                <a:cs typeface="Lucida Sans Unicode"/>
              </a:rPr>
              <a:t>;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spc="-434" dirty="0"/>
              <a:t>8</a:t>
            </a:fld>
            <a:endParaRPr spc="-434" dirty="0"/>
          </a:p>
        </p:txBody>
      </p:sp>
      <p:sp>
        <p:nvSpPr>
          <p:cNvPr id="22" name="object 22"/>
          <p:cNvSpPr txBox="1"/>
          <p:nvPr/>
        </p:nvSpPr>
        <p:spPr>
          <a:xfrm>
            <a:off x="11137900" y="1527651"/>
            <a:ext cx="1879600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40" dirty="0">
                <a:solidFill>
                  <a:srgbClr val="C26F3C"/>
                </a:solidFill>
                <a:latin typeface="Arial"/>
                <a:cs typeface="Arial"/>
              </a:rPr>
              <a:t>H</a:t>
            </a:r>
            <a:r>
              <a:rPr sz="1550" b="1" spc="-13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45" dirty="0">
                <a:solidFill>
                  <a:srgbClr val="C26F3C"/>
                </a:solidFill>
                <a:latin typeface="Arial"/>
                <a:cs typeface="Arial"/>
              </a:rPr>
              <a:t>O</a:t>
            </a:r>
            <a:r>
              <a:rPr sz="1550" b="1" spc="-204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290" dirty="0">
                <a:solidFill>
                  <a:srgbClr val="C26F3C"/>
                </a:solidFill>
                <a:latin typeface="Arial"/>
                <a:cs typeface="Arial"/>
              </a:rPr>
              <a:t>W</a:t>
            </a:r>
            <a:r>
              <a:rPr sz="1550" b="1" spc="31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90" dirty="0">
                <a:solidFill>
                  <a:srgbClr val="C26F3C"/>
                </a:solidFill>
                <a:latin typeface="Arial"/>
                <a:cs typeface="Arial"/>
              </a:rPr>
              <a:t>I</a:t>
            </a:r>
            <a:r>
              <a:rPr sz="1550" b="1" spc="-17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55" dirty="0">
                <a:solidFill>
                  <a:srgbClr val="C26F3C"/>
                </a:solidFill>
                <a:latin typeface="Arial"/>
                <a:cs typeface="Arial"/>
              </a:rPr>
              <a:t>T</a:t>
            </a:r>
            <a:r>
              <a:rPr sz="1550" b="1" spc="47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145" dirty="0">
                <a:solidFill>
                  <a:srgbClr val="C26F3C"/>
                </a:solidFill>
                <a:latin typeface="Arial"/>
                <a:cs typeface="Arial"/>
              </a:rPr>
              <a:t>WO</a:t>
            </a:r>
            <a:r>
              <a:rPr sz="1550" b="1" spc="-21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35" dirty="0">
                <a:solidFill>
                  <a:srgbClr val="C26F3C"/>
                </a:solidFill>
                <a:latin typeface="Arial"/>
                <a:cs typeface="Arial"/>
              </a:rPr>
              <a:t>KS</a:t>
            </a:r>
            <a:endParaRPr sz="15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137900" y="1890814"/>
            <a:ext cx="4616450" cy="1851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54000" marR="5080" indent="-241300">
              <a:lnSpc>
                <a:spcPts val="2000"/>
              </a:lnSpc>
              <a:spcBef>
                <a:spcPts val="310"/>
              </a:spcBef>
              <a:buChar char="•"/>
              <a:tabLst>
                <a:tab pos="254000" algn="l"/>
              </a:tabLst>
            </a:pP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WHERE</a:t>
            </a:r>
            <a:r>
              <a:rPr sz="1800" spc="-150" dirty="0">
                <a:solidFill>
                  <a:srgbClr val="202F2E"/>
                </a:solidFill>
                <a:latin typeface="Lucida Sans Unicode"/>
                <a:cs typeface="Lucida Sans Unicode"/>
              </a:rPr>
              <a:t> gender</a:t>
            </a:r>
            <a:r>
              <a:rPr sz="1800" spc="-18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750" spc="-375" dirty="0">
                <a:solidFill>
                  <a:srgbClr val="202F2E"/>
                </a:solidFill>
                <a:latin typeface="Lucida Sans Unicode"/>
                <a:cs typeface="Lucida Sans Unicode"/>
              </a:rPr>
              <a:t>=</a:t>
            </a:r>
            <a:r>
              <a:rPr sz="1750" spc="-4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750" spc="-570" dirty="0">
                <a:solidFill>
                  <a:srgbClr val="202F2E"/>
                </a:solidFill>
                <a:latin typeface="Lucida Sans Unicode"/>
                <a:cs typeface="Lucida Sans Unicode"/>
              </a:rPr>
              <a:t>1</a:t>
            </a:r>
            <a:r>
              <a:rPr sz="1750" spc="-7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1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25" dirty="0">
                <a:solidFill>
                  <a:srgbClr val="202F2E"/>
                </a:solidFill>
                <a:latin typeface="Lucida Sans Unicode"/>
                <a:cs typeface="Lucida Sans Unicode"/>
              </a:rPr>
              <a:t>filters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5" dirty="0">
                <a:solidFill>
                  <a:srgbClr val="202F2E"/>
                </a:solidFill>
                <a:latin typeface="Lucida Sans Unicode"/>
                <a:cs typeface="Lucida Sans Unicode"/>
              </a:rPr>
              <a:t>to</a:t>
            </a:r>
            <a:r>
              <a:rPr sz="1800" spc="-14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rows</a:t>
            </a:r>
            <a:r>
              <a:rPr sz="1800" spc="-2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25" dirty="0">
                <a:solidFill>
                  <a:srgbClr val="202F2E"/>
                </a:solidFill>
                <a:latin typeface="Lucida Sans Unicode"/>
                <a:cs typeface="Lucida Sans Unicode"/>
              </a:rPr>
              <a:t>coded</a:t>
            </a:r>
            <a:r>
              <a:rPr sz="1800" spc="-21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202F2E"/>
                </a:solidFill>
                <a:latin typeface="Lucida Sans Unicode"/>
                <a:cs typeface="Lucida Sans Unicode"/>
              </a:rPr>
              <a:t>as 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female</a:t>
            </a:r>
            <a:r>
              <a:rPr sz="1800" spc="-20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65" dirty="0">
                <a:solidFill>
                  <a:srgbClr val="202F2E"/>
                </a:solidFill>
                <a:latin typeface="Lucida Sans Unicode"/>
                <a:cs typeface="Lucida Sans Unicode"/>
              </a:rPr>
              <a:t>in</a:t>
            </a:r>
            <a:r>
              <a:rPr sz="1800" spc="-17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5" dirty="0">
                <a:solidFill>
                  <a:srgbClr val="202F2E"/>
                </a:solidFill>
                <a:latin typeface="Lucida Sans Unicode"/>
                <a:cs typeface="Lucida Sans Unicode"/>
              </a:rPr>
              <a:t>this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02F2E"/>
                </a:solidFill>
                <a:latin typeface="Lucida Sans Unicode"/>
                <a:cs typeface="Lucida Sans Unicode"/>
              </a:rPr>
              <a:t>dataset.</a:t>
            </a:r>
            <a:endParaRPr sz="1800">
              <a:latin typeface="Lucida Sans Unicode"/>
              <a:cs typeface="Lucida Sans Unicode"/>
            </a:endParaRPr>
          </a:p>
          <a:p>
            <a:pPr marL="254000" marR="411480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spc="-55" dirty="0">
                <a:solidFill>
                  <a:srgbClr val="202F2E"/>
                </a:solidFill>
                <a:latin typeface="Lucida Sans Unicode"/>
                <a:cs typeface="Lucida Sans Unicode"/>
              </a:rPr>
              <a:t>COUNT(*)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2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60" dirty="0">
                <a:solidFill>
                  <a:srgbClr val="202F2E"/>
                </a:solidFill>
                <a:latin typeface="Lucida Sans Unicode"/>
                <a:cs typeface="Lucida Sans Unicode"/>
              </a:rPr>
              <a:t>then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tallies</a:t>
            </a:r>
            <a:r>
              <a:rPr sz="1800" spc="-18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70" dirty="0">
                <a:solidFill>
                  <a:srgbClr val="202F2E"/>
                </a:solidFill>
                <a:latin typeface="Lucida Sans Unicode"/>
                <a:cs typeface="Lucida Sans Unicode"/>
              </a:rPr>
              <a:t>howmany</a:t>
            </a:r>
            <a:r>
              <a:rPr sz="1800" spc="-3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40" dirty="0">
                <a:solidFill>
                  <a:srgbClr val="202F2E"/>
                </a:solidFill>
                <a:latin typeface="Lucida Sans Unicode"/>
                <a:cs typeface="Lucida Sans Unicode"/>
              </a:rPr>
              <a:t>rows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survived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the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02F2E"/>
                </a:solidFill>
                <a:latin typeface="Lucida Sans Unicode"/>
                <a:cs typeface="Lucida Sans Unicode"/>
              </a:rPr>
              <a:t>filter.</a:t>
            </a:r>
            <a:endParaRPr sz="1800">
              <a:latin typeface="Lucida Sans Unicode"/>
              <a:cs typeface="Lucida Sans Unicode"/>
            </a:endParaRPr>
          </a:p>
          <a:p>
            <a:pPr marL="254000" marR="29209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spc="-150" dirty="0">
                <a:solidFill>
                  <a:srgbClr val="202F2E"/>
                </a:solidFill>
                <a:latin typeface="Lucida Sans Unicode"/>
                <a:cs typeface="Lucida Sans Unicode"/>
              </a:rPr>
              <a:t>Combines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0" dirty="0">
                <a:solidFill>
                  <a:srgbClr val="202F2E"/>
                </a:solidFill>
                <a:latin typeface="Lucida Sans Unicode"/>
                <a:cs typeface="Lucida Sans Unicode"/>
              </a:rPr>
              <a:t>filtering</a:t>
            </a:r>
            <a:r>
              <a:rPr sz="1800" spc="-20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5" dirty="0">
                <a:solidFill>
                  <a:srgbClr val="202F2E"/>
                </a:solidFill>
                <a:latin typeface="Lucida Sans Unicode"/>
                <a:cs typeface="Lucida Sans Unicode"/>
              </a:rPr>
              <a:t>and</a:t>
            </a:r>
            <a:r>
              <a:rPr sz="1800" spc="-21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aggregation</a:t>
            </a:r>
            <a:r>
              <a:rPr sz="1800" spc="-17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15" dirty="0">
                <a:solidFill>
                  <a:srgbClr val="202F2E"/>
                </a:solidFill>
                <a:latin typeface="Lucida Sans Unicode"/>
                <a:cs typeface="Lucida Sans Unicode"/>
              </a:rPr>
              <a:t>in</a:t>
            </a:r>
            <a:r>
              <a:rPr sz="1800" spc="-6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10" dirty="0">
                <a:solidFill>
                  <a:srgbClr val="202F2E"/>
                </a:solidFill>
                <a:latin typeface="Lucida Sans Unicode"/>
                <a:cs typeface="Lucida Sans Unicode"/>
              </a:rPr>
              <a:t>a</a:t>
            </a:r>
            <a:r>
              <a:rPr sz="1800" spc="-24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0" dirty="0">
                <a:solidFill>
                  <a:srgbClr val="202F2E"/>
                </a:solidFill>
                <a:latin typeface="Lucida Sans Unicode"/>
                <a:cs typeface="Lucida Sans Unicode"/>
              </a:rPr>
              <a:t>single </a:t>
            </a:r>
            <a:r>
              <a:rPr sz="1800" spc="-10" dirty="0">
                <a:solidFill>
                  <a:srgbClr val="202F2E"/>
                </a:solidFill>
                <a:latin typeface="Lucida Sans Unicode"/>
                <a:cs typeface="Lucida Sans Unicode"/>
              </a:rPr>
              <a:t>query.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73600" y="4994751"/>
            <a:ext cx="3454400" cy="13952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110" dirty="0">
                <a:solidFill>
                  <a:srgbClr val="C26F3C"/>
                </a:solidFill>
                <a:latin typeface="Arial"/>
                <a:cs typeface="Arial"/>
              </a:rPr>
              <a:t>E</a:t>
            </a:r>
            <a:r>
              <a:rPr sz="1550" b="1" spc="-16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C26F3C"/>
                </a:solidFill>
                <a:latin typeface="Arial"/>
                <a:cs typeface="Arial"/>
              </a:rPr>
              <a:t>S</a:t>
            </a:r>
            <a:r>
              <a:rPr sz="1550" b="1" spc="-22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30" dirty="0">
                <a:solidFill>
                  <a:srgbClr val="C26F3C"/>
                </a:solidFill>
                <a:latin typeface="Arial"/>
                <a:cs typeface="Arial"/>
              </a:rPr>
              <a:t>U</a:t>
            </a:r>
            <a:r>
              <a:rPr sz="1550" b="1" spc="-14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70" dirty="0">
                <a:solidFill>
                  <a:srgbClr val="C26F3C"/>
                </a:solidFill>
                <a:latin typeface="Arial"/>
                <a:cs typeface="Arial"/>
              </a:rPr>
              <a:t>LT</a:t>
            </a:r>
            <a:endParaRPr sz="15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15"/>
              </a:spcBef>
            </a:pPr>
            <a:endParaRPr sz="1500" dirty="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</a:pPr>
            <a:r>
              <a:rPr lang="en-US" sz="2400" b="1" spc="-85" dirty="0">
                <a:solidFill>
                  <a:srgbClr val="0A3C41"/>
                </a:solidFill>
                <a:latin typeface="Tahoma"/>
                <a:cs typeface="Tahoma"/>
              </a:rPr>
              <a:t>150</a:t>
            </a:r>
            <a:r>
              <a:rPr sz="2400" b="1" spc="-195" dirty="0">
                <a:solidFill>
                  <a:srgbClr val="0A3C41"/>
                </a:solidFill>
                <a:latin typeface="Tahoma"/>
                <a:cs typeface="Tahoma"/>
              </a:rPr>
              <a:t> </a:t>
            </a:r>
            <a:r>
              <a:rPr sz="2450" b="1" spc="-235" dirty="0">
                <a:solidFill>
                  <a:srgbClr val="0A3C41"/>
                </a:solidFill>
                <a:latin typeface="Arial"/>
                <a:cs typeface="Arial"/>
              </a:rPr>
              <a:t>f</a:t>
            </a:r>
            <a:r>
              <a:rPr sz="2400" b="1" spc="-235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2450" b="1" spc="-235" dirty="0">
                <a:solidFill>
                  <a:srgbClr val="0A3C41"/>
                </a:solidFill>
                <a:latin typeface="Arial"/>
                <a:cs typeface="Arial"/>
              </a:rPr>
              <a:t>m</a:t>
            </a:r>
            <a:r>
              <a:rPr sz="2400" b="1" spc="-235" dirty="0">
                <a:solidFill>
                  <a:srgbClr val="0A3C41"/>
                </a:solidFill>
                <a:latin typeface="Verdana"/>
                <a:cs typeface="Verdana"/>
              </a:rPr>
              <a:t>a</a:t>
            </a:r>
            <a:r>
              <a:rPr sz="2450" b="1" spc="-235" dirty="0">
                <a:solidFill>
                  <a:srgbClr val="0A3C41"/>
                </a:solidFill>
                <a:latin typeface="Arial"/>
                <a:cs typeface="Arial"/>
              </a:rPr>
              <a:t>l</a:t>
            </a:r>
            <a:r>
              <a:rPr sz="2400" b="1" spc="-235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2400" b="1" spc="-345" dirty="0">
                <a:solidFill>
                  <a:srgbClr val="0A3C41"/>
                </a:solidFill>
                <a:latin typeface="Verdana"/>
                <a:cs typeface="Verdana"/>
              </a:rPr>
              <a:t> </a:t>
            </a:r>
            <a:r>
              <a:rPr sz="2400" b="1" spc="-135" dirty="0">
                <a:solidFill>
                  <a:srgbClr val="0A3C41"/>
                </a:solidFill>
                <a:latin typeface="Verdana"/>
                <a:cs typeface="Verdana"/>
              </a:rPr>
              <a:t>d</a:t>
            </a:r>
            <a:r>
              <a:rPr sz="2450" b="1" spc="-135" dirty="0">
                <a:solidFill>
                  <a:srgbClr val="0A3C41"/>
                </a:solidFill>
                <a:latin typeface="Arial"/>
                <a:cs typeface="Arial"/>
              </a:rPr>
              <a:t>ir</a:t>
            </a:r>
            <a:r>
              <a:rPr sz="2400" b="1" spc="-135" dirty="0">
                <a:solidFill>
                  <a:srgbClr val="0A3C41"/>
                </a:solidFill>
                <a:latin typeface="Verdana"/>
                <a:cs typeface="Verdana"/>
              </a:rPr>
              <a:t>ec</a:t>
            </a:r>
            <a:r>
              <a:rPr sz="2450" b="1" spc="-135" dirty="0">
                <a:solidFill>
                  <a:srgbClr val="0A3C41"/>
                </a:solidFill>
                <a:latin typeface="Arial"/>
                <a:cs typeface="Arial"/>
              </a:rPr>
              <a:t>tors</a:t>
            </a:r>
            <a:endParaRPr sz="2450" dirty="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509"/>
              </a:spcBef>
            </a:pPr>
            <a:r>
              <a:rPr sz="1650" spc="-120" dirty="0">
                <a:solidFill>
                  <a:srgbClr val="5C726F"/>
                </a:solidFill>
                <a:latin typeface="Lucida Sans Unicode"/>
                <a:cs typeface="Lucida Sans Unicode"/>
              </a:rPr>
              <a:t>out</a:t>
            </a:r>
            <a:r>
              <a:rPr sz="1650" spc="-23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00" dirty="0">
                <a:solidFill>
                  <a:srgbClr val="5C726F"/>
                </a:solidFill>
                <a:latin typeface="Lucida Sans Unicode"/>
                <a:cs typeface="Lucida Sans Unicode"/>
              </a:rPr>
              <a:t>of</a:t>
            </a:r>
            <a:r>
              <a:rPr sz="1650" spc="-14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60" dirty="0">
                <a:solidFill>
                  <a:srgbClr val="5C726F"/>
                </a:solidFill>
                <a:latin typeface="Lucida Sans Unicode"/>
                <a:cs typeface="Lucida Sans Unicode"/>
              </a:rPr>
              <a:t>1</a:t>
            </a:r>
            <a:r>
              <a:rPr sz="1800" spc="-160" dirty="0">
                <a:solidFill>
                  <a:srgbClr val="5C726F"/>
                </a:solidFill>
                <a:latin typeface="Lucida Sans Unicode"/>
                <a:cs typeface="Lucida Sans Unicode"/>
              </a:rPr>
              <a:t>,</a:t>
            </a:r>
            <a:r>
              <a:rPr sz="1650" spc="-160" dirty="0">
                <a:solidFill>
                  <a:srgbClr val="5C726F"/>
                </a:solidFill>
                <a:latin typeface="Lucida Sans Unicode"/>
                <a:cs typeface="Lucida Sans Unicode"/>
              </a:rPr>
              <a:t>000</a:t>
            </a:r>
            <a:r>
              <a:rPr sz="1650" spc="-21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35" dirty="0">
                <a:solidFill>
                  <a:srgbClr val="5C726F"/>
                </a:solidFill>
                <a:latin typeface="Lucida Sans Unicode"/>
                <a:cs typeface="Lucida Sans Unicode"/>
              </a:rPr>
              <a:t>total</a:t>
            </a:r>
            <a:r>
              <a:rPr sz="1650" spc="-14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5C726F"/>
                </a:solidFill>
                <a:latin typeface="Lucida Sans Unicode"/>
                <a:cs typeface="Lucida Sans Unicode"/>
              </a:rPr>
              <a:t>directors</a:t>
            </a:r>
            <a:endParaRPr sz="165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9" y="731531"/>
            <a:ext cx="756285" cy="756285"/>
          </a:xfrm>
          <a:prstGeom prst="rect">
            <a:avLst/>
          </a:prstGeom>
          <a:solidFill>
            <a:srgbClr val="C26F3C"/>
          </a:solidFill>
        </p:spPr>
        <p:txBody>
          <a:bodyPr vert="horz" wrap="square" lIns="0" tIns="100330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790"/>
              </a:spcBef>
            </a:pPr>
            <a:r>
              <a:rPr sz="3350" b="1" spc="-50" dirty="0">
                <a:solidFill>
                  <a:srgbClr val="072529"/>
                </a:solidFill>
                <a:latin typeface="Arial"/>
                <a:cs typeface="Arial"/>
              </a:rPr>
              <a:t>G</a:t>
            </a:r>
            <a:endParaRPr sz="33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6900" y="1970430"/>
            <a:ext cx="252412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30" dirty="0">
                <a:solidFill>
                  <a:srgbClr val="DFA06A"/>
                </a:solidFill>
                <a:latin typeface="Arial"/>
                <a:cs typeface="Arial"/>
              </a:rPr>
              <a:t>F</a:t>
            </a:r>
            <a:r>
              <a:rPr sz="1650" b="1" spc="-25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105" dirty="0">
                <a:solidFill>
                  <a:srgbClr val="DFA06A"/>
                </a:solidFill>
                <a:latin typeface="Arial"/>
                <a:cs typeface="Arial"/>
              </a:rPr>
              <a:t>I</a:t>
            </a:r>
            <a:r>
              <a:rPr sz="1650" b="1" spc="-229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55" dirty="0">
                <a:solidFill>
                  <a:srgbClr val="DFA06A"/>
                </a:solidFill>
                <a:latin typeface="Arial"/>
                <a:cs typeface="Arial"/>
              </a:rPr>
              <a:t>LTE</a:t>
            </a:r>
            <a:r>
              <a:rPr sz="1650" b="1" spc="-254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55" dirty="0">
                <a:solidFill>
                  <a:srgbClr val="DFA06A"/>
                </a:solidFill>
                <a:latin typeface="Arial"/>
                <a:cs typeface="Arial"/>
              </a:rPr>
              <a:t>RI</a:t>
            </a:r>
            <a:r>
              <a:rPr sz="1650" b="1" spc="-229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45" dirty="0">
                <a:solidFill>
                  <a:srgbClr val="DFA06A"/>
                </a:solidFill>
                <a:latin typeface="Arial"/>
                <a:cs typeface="Arial"/>
              </a:rPr>
              <a:t>N</a:t>
            </a:r>
            <a:r>
              <a:rPr sz="1650" b="1" spc="-21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DFA06A"/>
                </a:solidFill>
                <a:latin typeface="Arial"/>
                <a:cs typeface="Arial"/>
              </a:rPr>
              <a:t>G</a:t>
            </a:r>
            <a:r>
              <a:rPr sz="1650" b="1" spc="5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DFA06A"/>
                </a:solidFill>
                <a:latin typeface="Arial Black"/>
                <a:cs typeface="Arial Black"/>
              </a:rPr>
              <a:t>&amp;</a:t>
            </a:r>
            <a:r>
              <a:rPr sz="1650" spc="5" dirty="0">
                <a:solidFill>
                  <a:srgbClr val="DFA06A"/>
                </a:solidFill>
                <a:latin typeface="Arial Black"/>
                <a:cs typeface="Arial Black"/>
              </a:rPr>
              <a:t> </a:t>
            </a:r>
            <a:r>
              <a:rPr sz="1650" b="1" spc="50" dirty="0">
                <a:solidFill>
                  <a:srgbClr val="DFA06A"/>
                </a:solidFill>
                <a:latin typeface="Arial"/>
                <a:cs typeface="Arial"/>
              </a:rPr>
              <a:t>SEARCH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900" y="2418974"/>
            <a:ext cx="3013710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10"/>
              </a:lnSpc>
              <a:spcBef>
                <a:spcPts val="100"/>
              </a:spcBef>
            </a:pPr>
            <a:r>
              <a:rPr sz="3250" b="1" spc="-160" dirty="0">
                <a:solidFill>
                  <a:srgbClr val="FAFAF6"/>
                </a:solidFill>
                <a:latin typeface="Arial"/>
                <a:cs typeface="Arial"/>
              </a:rPr>
              <a:t>T</a:t>
            </a:r>
            <a:r>
              <a:rPr sz="3350" b="1" spc="-160" dirty="0">
                <a:solidFill>
                  <a:srgbClr val="FAFAF6"/>
                </a:solidFill>
                <a:latin typeface="Tahoma"/>
                <a:cs typeface="Tahoma"/>
              </a:rPr>
              <a:t>h</a:t>
            </a:r>
            <a:r>
              <a:rPr sz="3250" b="1" spc="-160" dirty="0">
                <a:solidFill>
                  <a:srgbClr val="FAFAF6"/>
                </a:solidFill>
                <a:latin typeface="Arial"/>
                <a:cs typeface="Arial"/>
              </a:rPr>
              <a:t>e</a:t>
            </a:r>
            <a:r>
              <a:rPr sz="3250" b="1" spc="-409" dirty="0">
                <a:solidFill>
                  <a:srgbClr val="FAFAF6"/>
                </a:solidFill>
                <a:latin typeface="Arial"/>
                <a:cs typeface="Arial"/>
              </a:rPr>
              <a:t> </a:t>
            </a:r>
            <a:r>
              <a:rPr sz="3250" b="1" spc="-260" dirty="0">
                <a:solidFill>
                  <a:srgbClr val="FAFAF6"/>
                </a:solidFill>
                <a:latin typeface="Trebuchet MS"/>
                <a:cs typeface="Trebuchet MS"/>
              </a:rPr>
              <a:t>10</a:t>
            </a:r>
            <a:r>
              <a:rPr sz="3350" b="1" spc="-260" dirty="0">
                <a:solidFill>
                  <a:srgbClr val="FAFAF6"/>
                </a:solidFill>
                <a:latin typeface="Tahoma"/>
                <a:cs typeface="Tahoma"/>
              </a:rPr>
              <a:t>th</a:t>
            </a:r>
            <a:r>
              <a:rPr sz="3350" b="1" spc="-405" dirty="0">
                <a:solidFill>
                  <a:srgbClr val="FAFAF6"/>
                </a:solidFill>
                <a:latin typeface="Tahoma"/>
                <a:cs typeface="Tahoma"/>
              </a:rPr>
              <a:t> </a:t>
            </a:r>
            <a:r>
              <a:rPr sz="3250" b="1" spc="-155" dirty="0">
                <a:solidFill>
                  <a:srgbClr val="FAFAF6"/>
                </a:solidFill>
                <a:latin typeface="Arial"/>
                <a:cs typeface="Arial"/>
              </a:rPr>
              <a:t>Fe</a:t>
            </a:r>
            <a:r>
              <a:rPr sz="3350" b="1" spc="-155" dirty="0">
                <a:solidFill>
                  <a:srgbClr val="FAFAF6"/>
                </a:solidFill>
                <a:latin typeface="Tahoma"/>
                <a:cs typeface="Tahoma"/>
              </a:rPr>
              <a:t>m</a:t>
            </a:r>
            <a:r>
              <a:rPr sz="3250" b="1" spc="-155" dirty="0">
                <a:solidFill>
                  <a:srgbClr val="FAFAF6"/>
                </a:solidFill>
                <a:latin typeface="Arial"/>
                <a:cs typeface="Arial"/>
              </a:rPr>
              <a:t>a</a:t>
            </a:r>
            <a:r>
              <a:rPr sz="3350" b="1" spc="-155" dirty="0">
                <a:solidFill>
                  <a:srgbClr val="FAFAF6"/>
                </a:solidFill>
                <a:latin typeface="Tahoma"/>
                <a:cs typeface="Tahoma"/>
              </a:rPr>
              <a:t>l</a:t>
            </a:r>
            <a:r>
              <a:rPr sz="3250" b="1" spc="-155" dirty="0">
                <a:solidFill>
                  <a:srgbClr val="FAFAF6"/>
                </a:solidFill>
                <a:latin typeface="Arial"/>
                <a:cs typeface="Arial"/>
              </a:rPr>
              <a:t>e</a:t>
            </a:r>
            <a:endParaRPr sz="3250">
              <a:latin typeface="Arial"/>
              <a:cs typeface="Arial"/>
            </a:endParaRPr>
          </a:p>
          <a:p>
            <a:pPr marL="12700">
              <a:lnSpc>
                <a:spcPts val="3810"/>
              </a:lnSpc>
            </a:pPr>
            <a:r>
              <a:rPr sz="3250" b="1" spc="-70" dirty="0">
                <a:solidFill>
                  <a:srgbClr val="FAFAF6"/>
                </a:solidFill>
                <a:latin typeface="Arial"/>
                <a:cs typeface="Arial"/>
              </a:rPr>
              <a:t>D</a:t>
            </a:r>
            <a:r>
              <a:rPr sz="3350" b="1" spc="-70" dirty="0">
                <a:solidFill>
                  <a:srgbClr val="FAFAF6"/>
                </a:solidFill>
                <a:latin typeface="Tahoma"/>
                <a:cs typeface="Tahoma"/>
              </a:rPr>
              <a:t>ir</a:t>
            </a:r>
            <a:r>
              <a:rPr sz="3250" b="1" spc="-70" dirty="0">
                <a:solidFill>
                  <a:srgbClr val="FAFAF6"/>
                </a:solidFill>
                <a:latin typeface="Arial"/>
                <a:cs typeface="Arial"/>
              </a:rPr>
              <a:t>ec</a:t>
            </a:r>
            <a:r>
              <a:rPr sz="3350" b="1" spc="-70" dirty="0">
                <a:solidFill>
                  <a:srgbClr val="FAFAF6"/>
                </a:solidFill>
                <a:latin typeface="Tahoma"/>
                <a:cs typeface="Tahoma"/>
              </a:rPr>
              <a:t>tor</a:t>
            </a:r>
            <a:endParaRPr sz="33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1027" y="1066747"/>
            <a:ext cx="2171314" cy="1839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64328" y="1068455"/>
            <a:ext cx="417678" cy="1822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52121" y="1066747"/>
            <a:ext cx="411850" cy="18368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7932861" y="1120356"/>
            <a:ext cx="782955" cy="130810"/>
            <a:chOff x="7932861" y="1120356"/>
            <a:chExt cx="782955" cy="130810"/>
          </a:xfrm>
        </p:grpSpPr>
        <p:sp>
          <p:nvSpPr>
            <p:cNvPr id="9" name="object 9"/>
            <p:cNvSpPr/>
            <p:nvPr/>
          </p:nvSpPr>
          <p:spPr>
            <a:xfrm>
              <a:off x="7932852" y="1120368"/>
              <a:ext cx="513080" cy="130810"/>
            </a:xfrm>
            <a:custGeom>
              <a:avLst/>
              <a:gdLst/>
              <a:ahLst/>
              <a:cxnLst/>
              <a:rect l="l" t="t" r="r" b="b"/>
              <a:pathLst>
                <a:path w="513079" h="130809">
                  <a:moveTo>
                    <a:pt x="187871" y="3175"/>
                  </a:moveTo>
                  <a:lnTo>
                    <a:pt x="164477" y="3175"/>
                  </a:lnTo>
                  <a:lnTo>
                    <a:pt x="111404" y="106324"/>
                  </a:lnTo>
                  <a:lnTo>
                    <a:pt x="110642" y="106324"/>
                  </a:lnTo>
                  <a:lnTo>
                    <a:pt x="105397" y="3175"/>
                  </a:lnTo>
                  <a:lnTo>
                    <a:pt x="81356" y="3175"/>
                  </a:lnTo>
                  <a:lnTo>
                    <a:pt x="26212" y="104914"/>
                  </a:lnTo>
                  <a:lnTo>
                    <a:pt x="25692" y="104914"/>
                  </a:lnTo>
                  <a:lnTo>
                    <a:pt x="23863" y="3175"/>
                  </a:lnTo>
                  <a:lnTo>
                    <a:pt x="0" y="3175"/>
                  </a:lnTo>
                  <a:lnTo>
                    <a:pt x="5778" y="127596"/>
                  </a:lnTo>
                  <a:lnTo>
                    <a:pt x="31521" y="127596"/>
                  </a:lnTo>
                  <a:lnTo>
                    <a:pt x="87426" y="25615"/>
                  </a:lnTo>
                  <a:lnTo>
                    <a:pt x="88366" y="25615"/>
                  </a:lnTo>
                  <a:lnTo>
                    <a:pt x="92900" y="127596"/>
                  </a:lnTo>
                  <a:lnTo>
                    <a:pt x="119646" y="127596"/>
                  </a:lnTo>
                  <a:lnTo>
                    <a:pt x="187871" y="3175"/>
                  </a:lnTo>
                  <a:close/>
                </a:path>
                <a:path w="513079" h="130809">
                  <a:moveTo>
                    <a:pt x="304380" y="46558"/>
                  </a:moveTo>
                  <a:lnTo>
                    <a:pt x="286410" y="8064"/>
                  </a:lnTo>
                  <a:lnTo>
                    <a:pt x="282409" y="5829"/>
                  </a:lnTo>
                  <a:lnTo>
                    <a:pt x="282409" y="48107"/>
                  </a:lnTo>
                  <a:lnTo>
                    <a:pt x="281914" y="56159"/>
                  </a:lnTo>
                  <a:lnTo>
                    <a:pt x="264185" y="96634"/>
                  </a:lnTo>
                  <a:lnTo>
                    <a:pt x="237223" y="111925"/>
                  </a:lnTo>
                  <a:lnTo>
                    <a:pt x="220611" y="111925"/>
                  </a:lnTo>
                  <a:lnTo>
                    <a:pt x="198501" y="82524"/>
                  </a:lnTo>
                  <a:lnTo>
                    <a:pt x="199009" y="74422"/>
                  </a:lnTo>
                  <a:lnTo>
                    <a:pt x="216814" y="34124"/>
                  </a:lnTo>
                  <a:lnTo>
                    <a:pt x="244030" y="18846"/>
                  </a:lnTo>
                  <a:lnTo>
                    <a:pt x="260527" y="18846"/>
                  </a:lnTo>
                  <a:lnTo>
                    <a:pt x="267093" y="20815"/>
                  </a:lnTo>
                  <a:lnTo>
                    <a:pt x="276745" y="28663"/>
                  </a:lnTo>
                  <a:lnTo>
                    <a:pt x="279806" y="34124"/>
                  </a:lnTo>
                  <a:lnTo>
                    <a:pt x="282409" y="48107"/>
                  </a:lnTo>
                  <a:lnTo>
                    <a:pt x="282409" y="5829"/>
                  </a:lnTo>
                  <a:lnTo>
                    <a:pt x="280111" y="4533"/>
                  </a:lnTo>
                  <a:lnTo>
                    <a:pt x="273100" y="2006"/>
                  </a:lnTo>
                  <a:lnTo>
                    <a:pt x="265379" y="495"/>
                  </a:lnTo>
                  <a:lnTo>
                    <a:pt x="256959" y="0"/>
                  </a:lnTo>
                  <a:lnTo>
                    <a:pt x="248196" y="495"/>
                  </a:lnTo>
                  <a:lnTo>
                    <a:pt x="208470" y="17818"/>
                  </a:lnTo>
                  <a:lnTo>
                    <a:pt x="182422" y="55765"/>
                  </a:lnTo>
                  <a:lnTo>
                    <a:pt x="182308" y="56159"/>
                  </a:lnTo>
                  <a:lnTo>
                    <a:pt x="179539" y="65265"/>
                  </a:lnTo>
                  <a:lnTo>
                    <a:pt x="177660" y="74790"/>
                  </a:lnTo>
                  <a:lnTo>
                    <a:pt x="176999" y="82524"/>
                  </a:lnTo>
                  <a:lnTo>
                    <a:pt x="176911" y="84099"/>
                  </a:lnTo>
                  <a:lnTo>
                    <a:pt x="177253" y="91998"/>
                  </a:lnTo>
                  <a:lnTo>
                    <a:pt x="201028" y="125831"/>
                  </a:lnTo>
                  <a:lnTo>
                    <a:pt x="224383" y="130302"/>
                  </a:lnTo>
                  <a:lnTo>
                    <a:pt x="233057" y="129806"/>
                  </a:lnTo>
                  <a:lnTo>
                    <a:pt x="272656" y="112699"/>
                  </a:lnTo>
                  <a:lnTo>
                    <a:pt x="273494" y="111925"/>
                  </a:lnTo>
                  <a:lnTo>
                    <a:pt x="279247" y="106616"/>
                  </a:lnTo>
                  <a:lnTo>
                    <a:pt x="301790" y="65265"/>
                  </a:lnTo>
                  <a:lnTo>
                    <a:pt x="304317" y="48107"/>
                  </a:lnTo>
                  <a:lnTo>
                    <a:pt x="304380" y="46558"/>
                  </a:lnTo>
                  <a:close/>
                </a:path>
                <a:path w="513079" h="130809">
                  <a:moveTo>
                    <a:pt x="512660" y="30314"/>
                  </a:moveTo>
                  <a:lnTo>
                    <a:pt x="487413" y="228"/>
                  </a:lnTo>
                  <a:lnTo>
                    <a:pt x="480314" y="228"/>
                  </a:lnTo>
                  <a:lnTo>
                    <a:pt x="442277" y="15621"/>
                  </a:lnTo>
                  <a:lnTo>
                    <a:pt x="432295" y="27330"/>
                  </a:lnTo>
                  <a:lnTo>
                    <a:pt x="431825" y="27330"/>
                  </a:lnTo>
                  <a:lnTo>
                    <a:pt x="431673" y="18491"/>
                  </a:lnTo>
                  <a:lnTo>
                    <a:pt x="428879" y="11772"/>
                  </a:lnTo>
                  <a:lnTo>
                    <a:pt x="418084" y="2552"/>
                  </a:lnTo>
                  <a:lnTo>
                    <a:pt x="410972" y="228"/>
                  </a:lnTo>
                  <a:lnTo>
                    <a:pt x="393687" y="228"/>
                  </a:lnTo>
                  <a:lnTo>
                    <a:pt x="357365" y="24028"/>
                  </a:lnTo>
                  <a:lnTo>
                    <a:pt x="356831" y="24028"/>
                  </a:lnTo>
                  <a:lnTo>
                    <a:pt x="361073" y="3175"/>
                  </a:lnTo>
                  <a:lnTo>
                    <a:pt x="341096" y="3175"/>
                  </a:lnTo>
                  <a:lnTo>
                    <a:pt x="309994" y="127596"/>
                  </a:lnTo>
                  <a:lnTo>
                    <a:pt x="330974" y="127596"/>
                  </a:lnTo>
                  <a:lnTo>
                    <a:pt x="350621" y="48945"/>
                  </a:lnTo>
                  <a:lnTo>
                    <a:pt x="353987" y="41935"/>
                  </a:lnTo>
                  <a:lnTo>
                    <a:pt x="363334" y="30391"/>
                  </a:lnTo>
                  <a:lnTo>
                    <a:pt x="368592" y="26111"/>
                  </a:lnTo>
                  <a:lnTo>
                    <a:pt x="380301" y="20497"/>
                  </a:lnTo>
                  <a:lnTo>
                    <a:pt x="386105" y="19075"/>
                  </a:lnTo>
                  <a:lnTo>
                    <a:pt x="398919" y="19075"/>
                  </a:lnTo>
                  <a:lnTo>
                    <a:pt x="404190" y="21399"/>
                  </a:lnTo>
                  <a:lnTo>
                    <a:pt x="411264" y="30632"/>
                  </a:lnTo>
                  <a:lnTo>
                    <a:pt x="411632" y="38442"/>
                  </a:lnTo>
                  <a:lnTo>
                    <a:pt x="389343" y="127596"/>
                  </a:lnTo>
                  <a:lnTo>
                    <a:pt x="410502" y="127596"/>
                  </a:lnTo>
                  <a:lnTo>
                    <a:pt x="430237" y="48641"/>
                  </a:lnTo>
                  <a:lnTo>
                    <a:pt x="459371" y="20421"/>
                  </a:lnTo>
                  <a:lnTo>
                    <a:pt x="465035" y="19075"/>
                  </a:lnTo>
                  <a:lnTo>
                    <a:pt x="477837" y="19075"/>
                  </a:lnTo>
                  <a:lnTo>
                    <a:pt x="483260" y="21437"/>
                  </a:lnTo>
                  <a:lnTo>
                    <a:pt x="490601" y="30822"/>
                  </a:lnTo>
                  <a:lnTo>
                    <a:pt x="491070" y="38595"/>
                  </a:lnTo>
                  <a:lnTo>
                    <a:pt x="468820" y="127596"/>
                  </a:lnTo>
                  <a:lnTo>
                    <a:pt x="489851" y="127596"/>
                  </a:lnTo>
                  <a:lnTo>
                    <a:pt x="510705" y="44183"/>
                  </a:lnTo>
                  <a:lnTo>
                    <a:pt x="512140" y="36918"/>
                  </a:lnTo>
                  <a:lnTo>
                    <a:pt x="512660" y="30314"/>
                  </a:lnTo>
                  <a:close/>
                </a:path>
              </a:pathLst>
            </a:custGeom>
            <a:solidFill>
              <a:srgbClr val="5C72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65588" y="1120356"/>
              <a:ext cx="250002" cy="130134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8782698" y="1068463"/>
            <a:ext cx="868680" cy="182245"/>
          </a:xfrm>
          <a:custGeom>
            <a:avLst/>
            <a:gdLst/>
            <a:ahLst/>
            <a:cxnLst/>
            <a:rect l="l" t="t" r="r" b="b"/>
            <a:pathLst>
              <a:path w="868679" h="182244">
                <a:moveTo>
                  <a:pt x="149250" y="0"/>
                </a:moveTo>
                <a:lnTo>
                  <a:pt x="127990" y="0"/>
                </a:lnTo>
                <a:lnTo>
                  <a:pt x="108839" y="76403"/>
                </a:lnTo>
                <a:lnTo>
                  <a:pt x="108369" y="76403"/>
                </a:lnTo>
                <a:lnTo>
                  <a:pt x="108305" y="76022"/>
                </a:lnTo>
                <a:lnTo>
                  <a:pt x="107226" y="70167"/>
                </a:lnTo>
                <a:lnTo>
                  <a:pt x="107175" y="69875"/>
                </a:lnTo>
                <a:lnTo>
                  <a:pt x="106997" y="68859"/>
                </a:lnTo>
                <a:lnTo>
                  <a:pt x="103276" y="62890"/>
                </a:lnTo>
                <a:lnTo>
                  <a:pt x="101981" y="61950"/>
                </a:lnTo>
                <a:lnTo>
                  <a:pt x="101981" y="102362"/>
                </a:lnTo>
                <a:lnTo>
                  <a:pt x="101231" y="109562"/>
                </a:lnTo>
                <a:lnTo>
                  <a:pt x="87160" y="144983"/>
                </a:lnTo>
                <a:lnTo>
                  <a:pt x="57111" y="164299"/>
                </a:lnTo>
                <a:lnTo>
                  <a:pt x="43053" y="164299"/>
                </a:lnTo>
                <a:lnTo>
                  <a:pt x="36728" y="162318"/>
                </a:lnTo>
                <a:lnTo>
                  <a:pt x="27305" y="154381"/>
                </a:lnTo>
                <a:lnTo>
                  <a:pt x="24307" y="148869"/>
                </a:lnTo>
                <a:lnTo>
                  <a:pt x="21704" y="134683"/>
                </a:lnTo>
                <a:lnTo>
                  <a:pt x="21818" y="132930"/>
                </a:lnTo>
                <a:lnTo>
                  <a:pt x="22225" y="126517"/>
                </a:lnTo>
                <a:lnTo>
                  <a:pt x="37185" y="89941"/>
                </a:lnTo>
                <a:lnTo>
                  <a:pt x="74853" y="70167"/>
                </a:lnTo>
                <a:lnTo>
                  <a:pt x="80467" y="70167"/>
                </a:lnTo>
                <a:lnTo>
                  <a:pt x="100863" y="90690"/>
                </a:lnTo>
                <a:lnTo>
                  <a:pt x="101815" y="95897"/>
                </a:lnTo>
                <a:lnTo>
                  <a:pt x="101892" y="98971"/>
                </a:lnTo>
                <a:lnTo>
                  <a:pt x="101981" y="102362"/>
                </a:lnTo>
                <a:lnTo>
                  <a:pt x="101981" y="61950"/>
                </a:lnTo>
                <a:lnTo>
                  <a:pt x="91186" y="54102"/>
                </a:lnTo>
                <a:lnTo>
                  <a:pt x="83553" y="51904"/>
                </a:lnTo>
                <a:lnTo>
                  <a:pt x="74320" y="51904"/>
                </a:lnTo>
                <a:lnTo>
                  <a:pt x="36360" y="64566"/>
                </a:lnTo>
                <a:lnTo>
                  <a:pt x="9105" y="98971"/>
                </a:lnTo>
                <a:lnTo>
                  <a:pt x="2755" y="117525"/>
                </a:lnTo>
                <a:lnTo>
                  <a:pt x="863" y="126720"/>
                </a:lnTo>
                <a:lnTo>
                  <a:pt x="25" y="134683"/>
                </a:lnTo>
                <a:lnTo>
                  <a:pt x="0" y="143802"/>
                </a:lnTo>
                <a:lnTo>
                  <a:pt x="1092" y="151460"/>
                </a:lnTo>
                <a:lnTo>
                  <a:pt x="26593" y="180213"/>
                </a:lnTo>
                <a:lnTo>
                  <a:pt x="41275" y="182206"/>
                </a:lnTo>
                <a:lnTo>
                  <a:pt x="50012" y="181711"/>
                </a:lnTo>
                <a:lnTo>
                  <a:pt x="48628" y="181711"/>
                </a:lnTo>
                <a:lnTo>
                  <a:pt x="54470" y="180682"/>
                </a:lnTo>
                <a:lnTo>
                  <a:pt x="82600" y="164299"/>
                </a:lnTo>
                <a:lnTo>
                  <a:pt x="83108" y="163817"/>
                </a:lnTo>
                <a:lnTo>
                  <a:pt x="87591" y="158381"/>
                </a:lnTo>
                <a:lnTo>
                  <a:pt x="88112" y="158381"/>
                </a:lnTo>
                <a:lnTo>
                  <a:pt x="84035" y="179501"/>
                </a:lnTo>
                <a:lnTo>
                  <a:pt x="104368" y="179501"/>
                </a:lnTo>
                <a:lnTo>
                  <a:pt x="109639" y="158381"/>
                </a:lnTo>
                <a:lnTo>
                  <a:pt x="130149" y="76403"/>
                </a:lnTo>
                <a:lnTo>
                  <a:pt x="130238" y="76022"/>
                </a:lnTo>
                <a:lnTo>
                  <a:pt x="149250" y="0"/>
                </a:lnTo>
                <a:close/>
              </a:path>
              <a:path w="868679" h="182244">
                <a:moveTo>
                  <a:pt x="186093" y="55079"/>
                </a:moveTo>
                <a:lnTo>
                  <a:pt x="164884" y="55079"/>
                </a:lnTo>
                <a:lnTo>
                  <a:pt x="133781" y="179501"/>
                </a:lnTo>
                <a:lnTo>
                  <a:pt x="154990" y="179501"/>
                </a:lnTo>
                <a:lnTo>
                  <a:pt x="186093" y="55079"/>
                </a:lnTo>
                <a:close/>
              </a:path>
              <a:path w="868679" h="182244">
                <a:moveTo>
                  <a:pt x="199136" y="13208"/>
                </a:moveTo>
                <a:lnTo>
                  <a:pt x="198755" y="9918"/>
                </a:lnTo>
                <a:lnTo>
                  <a:pt x="196989" y="7366"/>
                </a:lnTo>
                <a:lnTo>
                  <a:pt x="195262" y="4775"/>
                </a:lnTo>
                <a:lnTo>
                  <a:pt x="192354" y="3479"/>
                </a:lnTo>
                <a:lnTo>
                  <a:pt x="184340" y="3479"/>
                </a:lnTo>
                <a:lnTo>
                  <a:pt x="180835" y="4775"/>
                </a:lnTo>
                <a:lnTo>
                  <a:pt x="174129" y="10109"/>
                </a:lnTo>
                <a:lnTo>
                  <a:pt x="171996" y="13373"/>
                </a:lnTo>
                <a:lnTo>
                  <a:pt x="170065" y="21031"/>
                </a:lnTo>
                <a:lnTo>
                  <a:pt x="170586" y="24231"/>
                </a:lnTo>
                <a:lnTo>
                  <a:pt x="172542" y="26860"/>
                </a:lnTo>
                <a:lnTo>
                  <a:pt x="174548" y="29489"/>
                </a:lnTo>
                <a:lnTo>
                  <a:pt x="177507" y="30810"/>
                </a:lnTo>
                <a:lnTo>
                  <a:pt x="185369" y="30810"/>
                </a:lnTo>
                <a:lnTo>
                  <a:pt x="188887" y="29489"/>
                </a:lnTo>
                <a:lnTo>
                  <a:pt x="195122" y="24231"/>
                </a:lnTo>
                <a:lnTo>
                  <a:pt x="197167" y="21031"/>
                </a:lnTo>
                <a:lnTo>
                  <a:pt x="199136" y="13208"/>
                </a:lnTo>
                <a:close/>
              </a:path>
              <a:path w="868679" h="182244">
                <a:moveTo>
                  <a:pt x="284441" y="53606"/>
                </a:moveTo>
                <a:lnTo>
                  <a:pt x="278371" y="52489"/>
                </a:lnTo>
                <a:lnTo>
                  <a:pt x="266052" y="52374"/>
                </a:lnTo>
                <a:lnTo>
                  <a:pt x="258203" y="54508"/>
                </a:lnTo>
                <a:lnTo>
                  <a:pt x="231355" y="77292"/>
                </a:lnTo>
                <a:lnTo>
                  <a:pt x="230822" y="77292"/>
                </a:lnTo>
                <a:lnTo>
                  <a:pt x="235191" y="55079"/>
                </a:lnTo>
                <a:lnTo>
                  <a:pt x="215150" y="55079"/>
                </a:lnTo>
                <a:lnTo>
                  <a:pt x="184048" y="179501"/>
                </a:lnTo>
                <a:lnTo>
                  <a:pt x="205257" y="179501"/>
                </a:lnTo>
                <a:lnTo>
                  <a:pt x="223812" y="105308"/>
                </a:lnTo>
                <a:lnTo>
                  <a:pt x="227266" y="97688"/>
                </a:lnTo>
                <a:lnTo>
                  <a:pt x="236613" y="85001"/>
                </a:lnTo>
                <a:lnTo>
                  <a:pt x="242062" y="80200"/>
                </a:lnTo>
                <a:lnTo>
                  <a:pt x="254508" y="73634"/>
                </a:lnTo>
                <a:lnTo>
                  <a:pt x="261048" y="71983"/>
                </a:lnTo>
                <a:lnTo>
                  <a:pt x="272478" y="71983"/>
                </a:lnTo>
                <a:lnTo>
                  <a:pt x="276364" y="72402"/>
                </a:lnTo>
                <a:lnTo>
                  <a:pt x="279539" y="73228"/>
                </a:lnTo>
                <a:lnTo>
                  <a:pt x="284441" y="53606"/>
                </a:lnTo>
                <a:close/>
              </a:path>
              <a:path w="868679" h="182244">
                <a:moveTo>
                  <a:pt x="401040" y="93421"/>
                </a:moveTo>
                <a:lnTo>
                  <a:pt x="400253" y="85305"/>
                </a:lnTo>
                <a:lnTo>
                  <a:pt x="398399" y="77863"/>
                </a:lnTo>
                <a:lnTo>
                  <a:pt x="398335" y="77724"/>
                </a:lnTo>
                <a:lnTo>
                  <a:pt x="395465" y="71297"/>
                </a:lnTo>
                <a:lnTo>
                  <a:pt x="395046" y="70688"/>
                </a:lnTo>
                <a:lnTo>
                  <a:pt x="391477" y="65582"/>
                </a:lnTo>
                <a:lnTo>
                  <a:pt x="386410" y="60731"/>
                </a:lnTo>
                <a:lnTo>
                  <a:pt x="380568" y="56997"/>
                </a:lnTo>
                <a:lnTo>
                  <a:pt x="380568" y="97904"/>
                </a:lnTo>
                <a:lnTo>
                  <a:pt x="380504" y="98247"/>
                </a:lnTo>
                <a:lnTo>
                  <a:pt x="379463" y="104736"/>
                </a:lnTo>
                <a:lnTo>
                  <a:pt x="307670" y="104736"/>
                </a:lnTo>
                <a:lnTo>
                  <a:pt x="339128" y="72364"/>
                </a:lnTo>
                <a:lnTo>
                  <a:pt x="345668" y="70688"/>
                </a:lnTo>
                <a:lnTo>
                  <a:pt x="358622" y="70688"/>
                </a:lnTo>
                <a:lnTo>
                  <a:pt x="378104" y="86829"/>
                </a:lnTo>
                <a:lnTo>
                  <a:pt x="380111" y="91935"/>
                </a:lnTo>
                <a:lnTo>
                  <a:pt x="380225" y="93421"/>
                </a:lnTo>
                <a:lnTo>
                  <a:pt x="380568" y="97904"/>
                </a:lnTo>
                <a:lnTo>
                  <a:pt x="380568" y="56997"/>
                </a:lnTo>
                <a:lnTo>
                  <a:pt x="380377" y="56870"/>
                </a:lnTo>
                <a:lnTo>
                  <a:pt x="373481" y="54102"/>
                </a:lnTo>
                <a:lnTo>
                  <a:pt x="365493" y="52400"/>
                </a:lnTo>
                <a:lnTo>
                  <a:pt x="364959" y="52400"/>
                </a:lnTo>
                <a:lnTo>
                  <a:pt x="357073" y="51904"/>
                </a:lnTo>
                <a:lnTo>
                  <a:pt x="317334" y="64414"/>
                </a:lnTo>
                <a:lnTo>
                  <a:pt x="288798" y="98247"/>
                </a:lnTo>
                <a:lnTo>
                  <a:pt x="280581" y="125818"/>
                </a:lnTo>
                <a:lnTo>
                  <a:pt x="279781" y="134569"/>
                </a:lnTo>
                <a:lnTo>
                  <a:pt x="296926" y="173850"/>
                </a:lnTo>
                <a:lnTo>
                  <a:pt x="326326" y="182029"/>
                </a:lnTo>
                <a:lnTo>
                  <a:pt x="332917" y="181749"/>
                </a:lnTo>
                <a:lnTo>
                  <a:pt x="373938" y="163715"/>
                </a:lnTo>
                <a:lnTo>
                  <a:pt x="388239" y="145161"/>
                </a:lnTo>
                <a:lnTo>
                  <a:pt x="370509" y="139788"/>
                </a:lnTo>
                <a:lnTo>
                  <a:pt x="366026" y="147650"/>
                </a:lnTo>
                <a:lnTo>
                  <a:pt x="360591" y="153593"/>
                </a:lnTo>
                <a:lnTo>
                  <a:pt x="347789" y="161683"/>
                </a:lnTo>
                <a:lnTo>
                  <a:pt x="340537" y="163715"/>
                </a:lnTo>
                <a:lnTo>
                  <a:pt x="324281" y="163715"/>
                </a:lnTo>
                <a:lnTo>
                  <a:pt x="317373" y="161683"/>
                </a:lnTo>
                <a:lnTo>
                  <a:pt x="317538" y="161683"/>
                </a:lnTo>
                <a:lnTo>
                  <a:pt x="312534" y="157886"/>
                </a:lnTo>
                <a:lnTo>
                  <a:pt x="307467" y="153949"/>
                </a:lnTo>
                <a:lnTo>
                  <a:pt x="304253" y="148412"/>
                </a:lnTo>
                <a:lnTo>
                  <a:pt x="302882" y="141262"/>
                </a:lnTo>
                <a:lnTo>
                  <a:pt x="301548" y="134073"/>
                </a:lnTo>
                <a:lnTo>
                  <a:pt x="302196" y="125818"/>
                </a:lnTo>
                <a:lnTo>
                  <a:pt x="302247" y="125628"/>
                </a:lnTo>
                <a:lnTo>
                  <a:pt x="303606" y="120764"/>
                </a:lnTo>
                <a:lnTo>
                  <a:pt x="396494" y="120764"/>
                </a:lnTo>
                <a:lnTo>
                  <a:pt x="399148" y="111150"/>
                </a:lnTo>
                <a:lnTo>
                  <a:pt x="399275" y="110401"/>
                </a:lnTo>
                <a:lnTo>
                  <a:pt x="400672" y="102031"/>
                </a:lnTo>
                <a:lnTo>
                  <a:pt x="401040" y="93421"/>
                </a:lnTo>
                <a:close/>
              </a:path>
              <a:path w="868679" h="182244">
                <a:moveTo>
                  <a:pt x="529031" y="82651"/>
                </a:moveTo>
                <a:lnTo>
                  <a:pt x="502399" y="53543"/>
                </a:lnTo>
                <a:lnTo>
                  <a:pt x="494538" y="51904"/>
                </a:lnTo>
                <a:lnTo>
                  <a:pt x="485432" y="51904"/>
                </a:lnTo>
                <a:lnTo>
                  <a:pt x="444639" y="64477"/>
                </a:lnTo>
                <a:lnTo>
                  <a:pt x="415721" y="98717"/>
                </a:lnTo>
                <a:lnTo>
                  <a:pt x="406590" y="135204"/>
                </a:lnTo>
                <a:lnTo>
                  <a:pt x="406882" y="143497"/>
                </a:lnTo>
                <a:lnTo>
                  <a:pt x="429920" y="177673"/>
                </a:lnTo>
                <a:lnTo>
                  <a:pt x="453263" y="182206"/>
                </a:lnTo>
                <a:lnTo>
                  <a:pt x="460019" y="181902"/>
                </a:lnTo>
                <a:lnTo>
                  <a:pt x="496074" y="167932"/>
                </a:lnTo>
                <a:lnTo>
                  <a:pt x="493382" y="145897"/>
                </a:lnTo>
                <a:lnTo>
                  <a:pt x="488353" y="151676"/>
                </a:lnTo>
                <a:lnTo>
                  <a:pt x="474853" y="161213"/>
                </a:lnTo>
                <a:lnTo>
                  <a:pt x="467271" y="163588"/>
                </a:lnTo>
                <a:lnTo>
                  <a:pt x="450608" y="163588"/>
                </a:lnTo>
                <a:lnTo>
                  <a:pt x="444030" y="161671"/>
                </a:lnTo>
                <a:lnTo>
                  <a:pt x="434213" y="153936"/>
                </a:lnTo>
                <a:lnTo>
                  <a:pt x="431038" y="148488"/>
                </a:lnTo>
                <a:lnTo>
                  <a:pt x="428129" y="134467"/>
                </a:lnTo>
                <a:lnTo>
                  <a:pt x="428586" y="126263"/>
                </a:lnTo>
                <a:lnTo>
                  <a:pt x="446493" y="85750"/>
                </a:lnTo>
                <a:lnTo>
                  <a:pt x="473113" y="70980"/>
                </a:lnTo>
                <a:lnTo>
                  <a:pt x="489305" y="70980"/>
                </a:lnTo>
                <a:lnTo>
                  <a:pt x="495782" y="73126"/>
                </a:lnTo>
                <a:lnTo>
                  <a:pt x="504926" y="81686"/>
                </a:lnTo>
                <a:lnTo>
                  <a:pt x="507365" y="87655"/>
                </a:lnTo>
                <a:lnTo>
                  <a:pt x="507644" y="95313"/>
                </a:lnTo>
                <a:lnTo>
                  <a:pt x="528789" y="89954"/>
                </a:lnTo>
                <a:lnTo>
                  <a:pt x="529031" y="82651"/>
                </a:lnTo>
                <a:close/>
              </a:path>
              <a:path w="868679" h="182244">
                <a:moveTo>
                  <a:pt x="617969" y="55079"/>
                </a:moveTo>
                <a:lnTo>
                  <a:pt x="589038" y="55079"/>
                </a:lnTo>
                <a:lnTo>
                  <a:pt x="599173" y="14554"/>
                </a:lnTo>
                <a:lnTo>
                  <a:pt x="577913" y="14554"/>
                </a:lnTo>
                <a:lnTo>
                  <a:pt x="567778" y="55079"/>
                </a:lnTo>
                <a:lnTo>
                  <a:pt x="547979" y="55079"/>
                </a:lnTo>
                <a:lnTo>
                  <a:pt x="543864" y="71513"/>
                </a:lnTo>
                <a:lnTo>
                  <a:pt x="563651" y="71513"/>
                </a:lnTo>
                <a:lnTo>
                  <a:pt x="544385" y="148577"/>
                </a:lnTo>
                <a:lnTo>
                  <a:pt x="542925" y="156489"/>
                </a:lnTo>
                <a:lnTo>
                  <a:pt x="557885" y="181978"/>
                </a:lnTo>
                <a:lnTo>
                  <a:pt x="568363" y="181978"/>
                </a:lnTo>
                <a:lnTo>
                  <a:pt x="575271" y="181978"/>
                </a:lnTo>
                <a:lnTo>
                  <a:pt x="581113" y="181038"/>
                </a:lnTo>
                <a:lnTo>
                  <a:pt x="585863" y="179146"/>
                </a:lnTo>
                <a:lnTo>
                  <a:pt x="590219" y="161772"/>
                </a:lnTo>
                <a:lnTo>
                  <a:pt x="588137" y="162433"/>
                </a:lnTo>
                <a:lnTo>
                  <a:pt x="582091" y="163614"/>
                </a:lnTo>
                <a:lnTo>
                  <a:pt x="573062" y="163766"/>
                </a:lnTo>
                <a:lnTo>
                  <a:pt x="569391" y="162217"/>
                </a:lnTo>
                <a:lnTo>
                  <a:pt x="565226" y="155981"/>
                </a:lnTo>
                <a:lnTo>
                  <a:pt x="564972" y="151257"/>
                </a:lnTo>
                <a:lnTo>
                  <a:pt x="584923" y="71513"/>
                </a:lnTo>
                <a:lnTo>
                  <a:pt x="613841" y="71513"/>
                </a:lnTo>
                <a:lnTo>
                  <a:pt x="617969" y="55079"/>
                </a:lnTo>
                <a:close/>
              </a:path>
              <a:path w="868679" h="182244">
                <a:moveTo>
                  <a:pt x="737235" y="98463"/>
                </a:moveTo>
                <a:lnTo>
                  <a:pt x="719264" y="59969"/>
                </a:lnTo>
                <a:lnTo>
                  <a:pt x="715264" y="57734"/>
                </a:lnTo>
                <a:lnTo>
                  <a:pt x="715264" y="100012"/>
                </a:lnTo>
                <a:lnTo>
                  <a:pt x="714768" y="108064"/>
                </a:lnTo>
                <a:lnTo>
                  <a:pt x="697039" y="148539"/>
                </a:lnTo>
                <a:lnTo>
                  <a:pt x="670077" y="163830"/>
                </a:lnTo>
                <a:lnTo>
                  <a:pt x="653465" y="163830"/>
                </a:lnTo>
                <a:lnTo>
                  <a:pt x="631355" y="134429"/>
                </a:lnTo>
                <a:lnTo>
                  <a:pt x="631863" y="126326"/>
                </a:lnTo>
                <a:lnTo>
                  <a:pt x="649668" y="86029"/>
                </a:lnTo>
                <a:lnTo>
                  <a:pt x="676884" y="70751"/>
                </a:lnTo>
                <a:lnTo>
                  <a:pt x="693381" y="70751"/>
                </a:lnTo>
                <a:lnTo>
                  <a:pt x="699947" y="72720"/>
                </a:lnTo>
                <a:lnTo>
                  <a:pt x="709599" y="80568"/>
                </a:lnTo>
                <a:lnTo>
                  <a:pt x="712660" y="86029"/>
                </a:lnTo>
                <a:lnTo>
                  <a:pt x="715264" y="100012"/>
                </a:lnTo>
                <a:lnTo>
                  <a:pt x="715264" y="57734"/>
                </a:lnTo>
                <a:lnTo>
                  <a:pt x="712965" y="56438"/>
                </a:lnTo>
                <a:lnTo>
                  <a:pt x="705954" y="53911"/>
                </a:lnTo>
                <a:lnTo>
                  <a:pt x="698233" y="52400"/>
                </a:lnTo>
                <a:lnTo>
                  <a:pt x="689813" y="51904"/>
                </a:lnTo>
                <a:lnTo>
                  <a:pt x="681050" y="52400"/>
                </a:lnTo>
                <a:lnTo>
                  <a:pt x="641324" y="69723"/>
                </a:lnTo>
                <a:lnTo>
                  <a:pt x="615276" y="107670"/>
                </a:lnTo>
                <a:lnTo>
                  <a:pt x="615162" y="108064"/>
                </a:lnTo>
                <a:lnTo>
                  <a:pt x="612394" y="117170"/>
                </a:lnTo>
                <a:lnTo>
                  <a:pt x="610514" y="126695"/>
                </a:lnTo>
                <a:lnTo>
                  <a:pt x="609854" y="134429"/>
                </a:lnTo>
                <a:lnTo>
                  <a:pt x="609765" y="136004"/>
                </a:lnTo>
                <a:lnTo>
                  <a:pt x="610108" y="143903"/>
                </a:lnTo>
                <a:lnTo>
                  <a:pt x="633882" y="177736"/>
                </a:lnTo>
                <a:lnTo>
                  <a:pt x="657237" y="182206"/>
                </a:lnTo>
                <a:lnTo>
                  <a:pt x="665911" y="181711"/>
                </a:lnTo>
                <a:lnTo>
                  <a:pt x="705510" y="164604"/>
                </a:lnTo>
                <a:lnTo>
                  <a:pt x="706348" y="163830"/>
                </a:lnTo>
                <a:lnTo>
                  <a:pt x="712101" y="158521"/>
                </a:lnTo>
                <a:lnTo>
                  <a:pt x="734644" y="117170"/>
                </a:lnTo>
                <a:lnTo>
                  <a:pt x="737171" y="100012"/>
                </a:lnTo>
                <a:lnTo>
                  <a:pt x="737235" y="98463"/>
                </a:lnTo>
                <a:close/>
              </a:path>
              <a:path w="868679" h="182244">
                <a:moveTo>
                  <a:pt x="843241" y="53606"/>
                </a:moveTo>
                <a:lnTo>
                  <a:pt x="837171" y="52489"/>
                </a:lnTo>
                <a:lnTo>
                  <a:pt x="824852" y="52374"/>
                </a:lnTo>
                <a:lnTo>
                  <a:pt x="817003" y="54508"/>
                </a:lnTo>
                <a:lnTo>
                  <a:pt x="790155" y="77292"/>
                </a:lnTo>
                <a:lnTo>
                  <a:pt x="789622" y="77292"/>
                </a:lnTo>
                <a:lnTo>
                  <a:pt x="793991" y="55079"/>
                </a:lnTo>
                <a:lnTo>
                  <a:pt x="773950" y="55079"/>
                </a:lnTo>
                <a:lnTo>
                  <a:pt x="742848" y="179501"/>
                </a:lnTo>
                <a:lnTo>
                  <a:pt x="764057" y="179501"/>
                </a:lnTo>
                <a:lnTo>
                  <a:pt x="782612" y="105308"/>
                </a:lnTo>
                <a:lnTo>
                  <a:pt x="786066" y="97688"/>
                </a:lnTo>
                <a:lnTo>
                  <a:pt x="795413" y="85001"/>
                </a:lnTo>
                <a:lnTo>
                  <a:pt x="800862" y="80200"/>
                </a:lnTo>
                <a:lnTo>
                  <a:pt x="813308" y="73634"/>
                </a:lnTo>
                <a:lnTo>
                  <a:pt x="819848" y="71983"/>
                </a:lnTo>
                <a:lnTo>
                  <a:pt x="831278" y="71983"/>
                </a:lnTo>
                <a:lnTo>
                  <a:pt x="835164" y="72402"/>
                </a:lnTo>
                <a:lnTo>
                  <a:pt x="838339" y="73228"/>
                </a:lnTo>
                <a:lnTo>
                  <a:pt x="843241" y="53606"/>
                </a:lnTo>
                <a:close/>
              </a:path>
              <a:path w="868679" h="182244">
                <a:moveTo>
                  <a:pt x="868629" y="162420"/>
                </a:moveTo>
                <a:lnTo>
                  <a:pt x="868045" y="158864"/>
                </a:lnTo>
                <a:lnTo>
                  <a:pt x="863561" y="153085"/>
                </a:lnTo>
                <a:lnTo>
                  <a:pt x="860298" y="151638"/>
                </a:lnTo>
                <a:lnTo>
                  <a:pt x="851776" y="151638"/>
                </a:lnTo>
                <a:lnTo>
                  <a:pt x="847813" y="153085"/>
                </a:lnTo>
                <a:lnTo>
                  <a:pt x="840435" y="158864"/>
                </a:lnTo>
                <a:lnTo>
                  <a:pt x="838060" y="162420"/>
                </a:lnTo>
                <a:lnTo>
                  <a:pt x="835939" y="170942"/>
                </a:lnTo>
                <a:lnTo>
                  <a:pt x="836498" y="174548"/>
                </a:lnTo>
                <a:lnTo>
                  <a:pt x="840943" y="180479"/>
                </a:lnTo>
                <a:lnTo>
                  <a:pt x="844181" y="181978"/>
                </a:lnTo>
                <a:lnTo>
                  <a:pt x="848423" y="181978"/>
                </a:lnTo>
                <a:lnTo>
                  <a:pt x="852817" y="181978"/>
                </a:lnTo>
                <a:lnTo>
                  <a:pt x="856843" y="180479"/>
                </a:lnTo>
                <a:lnTo>
                  <a:pt x="864146" y="174548"/>
                </a:lnTo>
                <a:lnTo>
                  <a:pt x="866508" y="170942"/>
                </a:lnTo>
                <a:lnTo>
                  <a:pt x="868629" y="162420"/>
                </a:lnTo>
                <a:close/>
              </a:path>
            </a:pathLst>
          </a:custGeom>
          <a:solidFill>
            <a:srgbClr val="5C726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4483100" y="1346200"/>
            <a:ext cx="6515100" cy="3479800"/>
            <a:chOff x="4483100" y="1346200"/>
            <a:chExt cx="6515100" cy="347980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83100" y="1346200"/>
              <a:ext cx="6515100" cy="3479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73600" y="1498600"/>
              <a:ext cx="6146800" cy="3098800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599025" y="5765800"/>
            <a:ext cx="15653385" cy="3378835"/>
            <a:chOff x="599025" y="5765800"/>
            <a:chExt cx="15653385" cy="3378835"/>
          </a:xfrm>
        </p:grpSpPr>
        <p:sp>
          <p:nvSpPr>
            <p:cNvPr id="16" name="object 16"/>
            <p:cNvSpPr/>
            <p:nvPr/>
          </p:nvSpPr>
          <p:spPr>
            <a:xfrm>
              <a:off x="609609" y="7498194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59" y="3989"/>
                  </a:lnTo>
                  <a:lnTo>
                    <a:pt x="208459" y="15538"/>
                  </a:lnTo>
                  <a:lnTo>
                    <a:pt x="164726" y="34021"/>
                  </a:lnTo>
                  <a:lnTo>
                    <a:pt x="124789" y="58808"/>
                  </a:lnTo>
                  <a:lnTo>
                    <a:pt x="89273" y="89273"/>
                  </a:lnTo>
                  <a:lnTo>
                    <a:pt x="58808" y="124789"/>
                  </a:lnTo>
                  <a:lnTo>
                    <a:pt x="34021" y="164726"/>
                  </a:lnTo>
                  <a:lnTo>
                    <a:pt x="15538" y="208459"/>
                  </a:lnTo>
                  <a:lnTo>
                    <a:pt x="3989" y="255359"/>
                  </a:lnTo>
                  <a:lnTo>
                    <a:pt x="0" y="304800"/>
                  </a:lnTo>
                  <a:lnTo>
                    <a:pt x="3989" y="354240"/>
                  </a:lnTo>
                  <a:lnTo>
                    <a:pt x="15538" y="401140"/>
                  </a:lnTo>
                  <a:lnTo>
                    <a:pt x="34021" y="444873"/>
                  </a:lnTo>
                  <a:lnTo>
                    <a:pt x="58808" y="484810"/>
                  </a:lnTo>
                  <a:lnTo>
                    <a:pt x="89273" y="520326"/>
                  </a:lnTo>
                  <a:lnTo>
                    <a:pt x="124789" y="550791"/>
                  </a:lnTo>
                  <a:lnTo>
                    <a:pt x="164726" y="575578"/>
                  </a:lnTo>
                  <a:lnTo>
                    <a:pt x="208459" y="594061"/>
                  </a:lnTo>
                  <a:lnTo>
                    <a:pt x="255359" y="605610"/>
                  </a:lnTo>
                  <a:lnTo>
                    <a:pt x="304800" y="609600"/>
                  </a:lnTo>
                  <a:lnTo>
                    <a:pt x="354240" y="605610"/>
                  </a:lnTo>
                  <a:lnTo>
                    <a:pt x="401140" y="594061"/>
                  </a:lnTo>
                  <a:lnTo>
                    <a:pt x="444873" y="575578"/>
                  </a:lnTo>
                  <a:lnTo>
                    <a:pt x="484810" y="550791"/>
                  </a:lnTo>
                  <a:lnTo>
                    <a:pt x="520326" y="520326"/>
                  </a:lnTo>
                  <a:lnTo>
                    <a:pt x="550791" y="484810"/>
                  </a:lnTo>
                  <a:lnTo>
                    <a:pt x="575578" y="444873"/>
                  </a:lnTo>
                  <a:lnTo>
                    <a:pt x="594061" y="401140"/>
                  </a:lnTo>
                  <a:lnTo>
                    <a:pt x="605610" y="354240"/>
                  </a:lnTo>
                  <a:lnTo>
                    <a:pt x="609600" y="304800"/>
                  </a:lnTo>
                  <a:lnTo>
                    <a:pt x="605610" y="255359"/>
                  </a:lnTo>
                  <a:lnTo>
                    <a:pt x="594061" y="208459"/>
                  </a:lnTo>
                  <a:lnTo>
                    <a:pt x="575578" y="164726"/>
                  </a:lnTo>
                  <a:lnTo>
                    <a:pt x="550791" y="124789"/>
                  </a:lnTo>
                  <a:lnTo>
                    <a:pt x="520326" y="89273"/>
                  </a:lnTo>
                  <a:lnTo>
                    <a:pt x="484810" y="58808"/>
                  </a:lnTo>
                  <a:lnTo>
                    <a:pt x="444873" y="34021"/>
                  </a:lnTo>
                  <a:lnTo>
                    <a:pt x="401140" y="15538"/>
                  </a:lnTo>
                  <a:lnTo>
                    <a:pt x="354240" y="3989"/>
                  </a:lnTo>
                  <a:lnTo>
                    <a:pt x="304800" y="0"/>
                  </a:lnTo>
                  <a:close/>
                </a:path>
              </a:pathLst>
            </a:custGeom>
            <a:ln w="21166">
              <a:solidFill>
                <a:srgbClr val="C26F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80179" y="7681076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496" y="316992"/>
                  </a:moveTo>
                  <a:lnTo>
                    <a:pt x="108399" y="308912"/>
                  </a:lnTo>
                  <a:lnTo>
                    <a:pt x="64890" y="286411"/>
                  </a:lnTo>
                  <a:lnTo>
                    <a:pt x="30580" y="252101"/>
                  </a:lnTo>
                  <a:lnTo>
                    <a:pt x="8080" y="208592"/>
                  </a:lnTo>
                  <a:lnTo>
                    <a:pt x="0" y="158495"/>
                  </a:lnTo>
                  <a:lnTo>
                    <a:pt x="8080" y="108398"/>
                  </a:lnTo>
                  <a:lnTo>
                    <a:pt x="30580" y="64890"/>
                  </a:lnTo>
                  <a:lnTo>
                    <a:pt x="64890" y="30580"/>
                  </a:lnTo>
                  <a:lnTo>
                    <a:pt x="108399" y="8080"/>
                  </a:lnTo>
                  <a:lnTo>
                    <a:pt x="158496" y="0"/>
                  </a:lnTo>
                  <a:lnTo>
                    <a:pt x="208593" y="8080"/>
                  </a:lnTo>
                  <a:lnTo>
                    <a:pt x="252101" y="30580"/>
                  </a:lnTo>
                  <a:lnTo>
                    <a:pt x="286411" y="64890"/>
                  </a:lnTo>
                  <a:lnTo>
                    <a:pt x="308911" y="108398"/>
                  </a:lnTo>
                  <a:lnTo>
                    <a:pt x="316991" y="158495"/>
                  </a:lnTo>
                  <a:lnTo>
                    <a:pt x="308911" y="208592"/>
                  </a:lnTo>
                  <a:lnTo>
                    <a:pt x="286411" y="252101"/>
                  </a:lnTo>
                  <a:lnTo>
                    <a:pt x="252101" y="286411"/>
                  </a:lnTo>
                  <a:lnTo>
                    <a:pt x="208593" y="308912"/>
                  </a:lnTo>
                  <a:lnTo>
                    <a:pt x="158496" y="316992"/>
                  </a:lnTo>
                  <a:close/>
                </a:path>
              </a:pathLst>
            </a:custGeom>
            <a:solidFill>
              <a:srgbClr val="C26F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084382" y="8193148"/>
              <a:ext cx="12167870" cy="951230"/>
            </a:xfrm>
            <a:custGeom>
              <a:avLst/>
              <a:gdLst/>
              <a:ahLst/>
              <a:cxnLst/>
              <a:rect l="l" t="t" r="r" b="b"/>
              <a:pathLst>
                <a:path w="12167869" h="951229">
                  <a:moveTo>
                    <a:pt x="12167743" y="950976"/>
                  </a:moveTo>
                  <a:lnTo>
                    <a:pt x="0" y="950976"/>
                  </a:lnTo>
                  <a:lnTo>
                    <a:pt x="0" y="0"/>
                  </a:lnTo>
                  <a:lnTo>
                    <a:pt x="12167743" y="0"/>
                  </a:lnTo>
                  <a:lnTo>
                    <a:pt x="12167743" y="950976"/>
                  </a:lnTo>
                  <a:close/>
                </a:path>
              </a:pathLst>
            </a:custGeom>
            <a:solidFill>
              <a:srgbClr val="D6EC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96134" y="8574155"/>
              <a:ext cx="3587754" cy="42355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47572" y="8574155"/>
              <a:ext cx="1536515" cy="22998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950369" y="8660755"/>
              <a:ext cx="242570" cy="17780"/>
            </a:xfrm>
            <a:custGeom>
              <a:avLst/>
              <a:gdLst/>
              <a:ahLst/>
              <a:cxnLst/>
              <a:rect l="l" t="t" r="r" b="b"/>
              <a:pathLst>
                <a:path w="242570" h="17779">
                  <a:moveTo>
                    <a:pt x="237942" y="17496"/>
                  </a:moveTo>
                  <a:lnTo>
                    <a:pt x="0" y="17496"/>
                  </a:lnTo>
                  <a:lnTo>
                    <a:pt x="4359" y="0"/>
                  </a:lnTo>
                  <a:lnTo>
                    <a:pt x="242301" y="0"/>
                  </a:lnTo>
                  <a:lnTo>
                    <a:pt x="237942" y="17496"/>
                  </a:lnTo>
                  <a:close/>
                </a:path>
              </a:pathLst>
            </a:custGeom>
            <a:solidFill>
              <a:srgbClr val="0A3C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224526" y="8574155"/>
              <a:ext cx="343516" cy="18203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53572" y="8561607"/>
              <a:ext cx="2083860" cy="24253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83100" y="5765800"/>
              <a:ext cx="6515100" cy="17780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73600" y="5930900"/>
              <a:ext cx="6146800" cy="139700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041900" y="1737253"/>
            <a:ext cx="1890395" cy="177863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ct val="120600"/>
              </a:lnSpc>
              <a:spcBef>
                <a:spcPts val="150"/>
              </a:spcBef>
            </a:pP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SELECT</a:t>
            </a:r>
            <a:r>
              <a:rPr sz="1900" spc="-34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name </a:t>
            </a:r>
            <a:r>
              <a:rPr sz="1900" spc="-65" dirty="0">
                <a:solidFill>
                  <a:srgbClr val="D6ECE9"/>
                </a:solidFill>
                <a:latin typeface="Lucida Sans Unicode"/>
                <a:cs typeface="Lucida Sans Unicode"/>
              </a:rPr>
              <a:t>FROM</a:t>
            </a:r>
            <a:r>
              <a:rPr sz="1900" spc="-22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directors </a:t>
            </a:r>
            <a:r>
              <a:rPr sz="1900" spc="-10" dirty="0">
                <a:solidFill>
                  <a:srgbClr val="D6ECE9"/>
                </a:solidFill>
                <a:latin typeface="Lucida Sans Unicode"/>
                <a:cs typeface="Lucida Sans Unicode"/>
              </a:rPr>
              <a:t>WHERE</a:t>
            </a:r>
            <a:r>
              <a:rPr sz="1900" spc="-14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65" dirty="0">
                <a:solidFill>
                  <a:srgbClr val="D6ECE9"/>
                </a:solidFill>
                <a:latin typeface="Lucida Sans Unicode"/>
                <a:cs typeface="Lucida Sans Unicode"/>
              </a:rPr>
              <a:t>gender</a:t>
            </a:r>
            <a:r>
              <a:rPr sz="1900" spc="-26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850" spc="-400" dirty="0">
                <a:solidFill>
                  <a:srgbClr val="D6ECE9"/>
                </a:solidFill>
                <a:latin typeface="Lucida Sans Unicode"/>
                <a:cs typeface="Lucida Sans Unicode"/>
              </a:rPr>
              <a:t>=</a:t>
            </a:r>
            <a:r>
              <a:rPr sz="1850" spc="-14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850" spc="-650" dirty="0">
                <a:solidFill>
                  <a:srgbClr val="D6ECE9"/>
                </a:solidFill>
                <a:latin typeface="Lucida Sans Unicode"/>
                <a:cs typeface="Lucida Sans Unicode"/>
              </a:rPr>
              <a:t>1</a:t>
            </a:r>
            <a:r>
              <a:rPr sz="1850" spc="-8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85" dirty="0">
                <a:solidFill>
                  <a:srgbClr val="D6ECE9"/>
                </a:solidFill>
                <a:latin typeface="Lucida Sans Unicode"/>
                <a:cs typeface="Lucida Sans Unicode"/>
              </a:rPr>
              <a:t>ORDER</a:t>
            </a:r>
            <a:r>
              <a:rPr sz="1900" spc="-254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BYid </a:t>
            </a:r>
            <a:r>
              <a:rPr sz="1900" spc="-110" dirty="0">
                <a:solidFill>
                  <a:srgbClr val="D6ECE9"/>
                </a:solidFill>
                <a:latin typeface="Lucida Sans Unicode"/>
                <a:cs typeface="Lucida Sans Unicode"/>
              </a:rPr>
              <a:t>LIMIT</a:t>
            </a:r>
            <a:r>
              <a:rPr sz="1900" spc="-25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850" spc="-600" dirty="0">
                <a:solidFill>
                  <a:srgbClr val="D6ECE9"/>
                </a:solidFill>
                <a:latin typeface="Lucida Sans Unicode"/>
                <a:cs typeface="Lucida Sans Unicode"/>
              </a:rPr>
              <a:t>1</a:t>
            </a:r>
            <a:r>
              <a:rPr sz="1850" spc="-3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50" dirty="0">
                <a:solidFill>
                  <a:srgbClr val="D6ECE9"/>
                </a:solidFill>
                <a:latin typeface="Lucida Sans Unicode"/>
                <a:cs typeface="Lucida Sans Unicode"/>
              </a:rPr>
              <a:t>OFFSET</a:t>
            </a:r>
            <a:r>
              <a:rPr sz="1900" spc="-24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850" spc="-25" dirty="0">
                <a:solidFill>
                  <a:srgbClr val="D6ECE9"/>
                </a:solidFill>
                <a:latin typeface="Lucida Sans Unicode"/>
                <a:cs typeface="Lucida Sans Unicode"/>
              </a:rPr>
              <a:t>9</a:t>
            </a:r>
            <a:r>
              <a:rPr sz="1900" spc="-25" dirty="0">
                <a:solidFill>
                  <a:srgbClr val="D6ECE9"/>
                </a:solidFill>
                <a:latin typeface="Lucida Sans Unicode"/>
                <a:cs typeface="Lucida Sans Unicode"/>
              </a:rPr>
              <a:t>;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spc="-434" dirty="0"/>
              <a:t>9</a:t>
            </a:fld>
            <a:endParaRPr spc="-434" dirty="0"/>
          </a:p>
        </p:txBody>
      </p:sp>
      <p:sp>
        <p:nvSpPr>
          <p:cNvPr id="27" name="object 27"/>
          <p:cNvSpPr txBox="1"/>
          <p:nvPr/>
        </p:nvSpPr>
        <p:spPr>
          <a:xfrm>
            <a:off x="11137900" y="1527651"/>
            <a:ext cx="1879600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40" dirty="0">
                <a:solidFill>
                  <a:srgbClr val="C26F3C"/>
                </a:solidFill>
                <a:latin typeface="Arial"/>
                <a:cs typeface="Arial"/>
              </a:rPr>
              <a:t>H</a:t>
            </a:r>
            <a:r>
              <a:rPr sz="1550" b="1" spc="-13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45" dirty="0">
                <a:solidFill>
                  <a:srgbClr val="C26F3C"/>
                </a:solidFill>
                <a:latin typeface="Arial"/>
                <a:cs typeface="Arial"/>
              </a:rPr>
              <a:t>O</a:t>
            </a:r>
            <a:r>
              <a:rPr sz="1550" b="1" spc="-204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290" dirty="0">
                <a:solidFill>
                  <a:srgbClr val="C26F3C"/>
                </a:solidFill>
                <a:latin typeface="Arial"/>
                <a:cs typeface="Arial"/>
              </a:rPr>
              <a:t>W</a:t>
            </a:r>
            <a:r>
              <a:rPr sz="1550" b="1" spc="31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90" dirty="0">
                <a:solidFill>
                  <a:srgbClr val="C26F3C"/>
                </a:solidFill>
                <a:latin typeface="Arial"/>
                <a:cs typeface="Arial"/>
              </a:rPr>
              <a:t>I</a:t>
            </a:r>
            <a:r>
              <a:rPr sz="1550" b="1" spc="-17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55" dirty="0">
                <a:solidFill>
                  <a:srgbClr val="C26F3C"/>
                </a:solidFill>
                <a:latin typeface="Arial"/>
                <a:cs typeface="Arial"/>
              </a:rPr>
              <a:t>T</a:t>
            </a:r>
            <a:r>
              <a:rPr sz="1550" b="1" spc="47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145" dirty="0">
                <a:solidFill>
                  <a:srgbClr val="C26F3C"/>
                </a:solidFill>
                <a:latin typeface="Arial"/>
                <a:cs typeface="Arial"/>
              </a:rPr>
              <a:t>WO</a:t>
            </a:r>
            <a:r>
              <a:rPr sz="1550" b="1" spc="-21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35" dirty="0">
                <a:solidFill>
                  <a:srgbClr val="C26F3C"/>
                </a:solidFill>
                <a:latin typeface="Arial"/>
                <a:cs typeface="Arial"/>
              </a:rPr>
              <a:t>KS</a:t>
            </a:r>
            <a:endParaRPr sz="15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137900" y="1890814"/>
            <a:ext cx="4807585" cy="1851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54000" marR="5080" indent="-241300">
              <a:lnSpc>
                <a:spcPts val="2000"/>
              </a:lnSpc>
              <a:spcBef>
                <a:spcPts val="310"/>
              </a:spcBef>
              <a:buChar char="•"/>
              <a:tabLst>
                <a:tab pos="254000" algn="l"/>
              </a:tabLst>
            </a:pPr>
            <a:r>
              <a:rPr sz="1800" spc="-70" dirty="0">
                <a:solidFill>
                  <a:srgbClr val="202F2E"/>
                </a:solidFill>
                <a:latin typeface="Lucida Sans Unicode"/>
                <a:cs typeface="Lucida Sans Unicode"/>
              </a:rPr>
              <a:t>ORDER</a:t>
            </a:r>
            <a:r>
              <a:rPr sz="1800" spc="-16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BY</a:t>
            </a:r>
            <a:r>
              <a:rPr sz="1800" spc="-25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60" dirty="0">
                <a:solidFill>
                  <a:srgbClr val="202F2E"/>
                </a:solidFill>
                <a:latin typeface="Lucida Sans Unicode"/>
                <a:cs typeface="Lucida Sans Unicode"/>
              </a:rPr>
              <a:t>id</a:t>
            </a:r>
            <a:r>
              <a:rPr sz="1800" spc="-21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puts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female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14" dirty="0">
                <a:solidFill>
                  <a:srgbClr val="202F2E"/>
                </a:solidFill>
                <a:latin typeface="Lucida Sans Unicode"/>
                <a:cs typeface="Lucida Sans Unicode"/>
              </a:rPr>
              <a:t>directors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15" dirty="0">
                <a:solidFill>
                  <a:srgbClr val="202F2E"/>
                </a:solidFill>
                <a:latin typeface="Lucida Sans Unicode"/>
                <a:cs typeface="Lucida Sans Unicode"/>
              </a:rPr>
              <a:t>in</a:t>
            </a:r>
            <a:r>
              <a:rPr sz="1800" spc="-17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10" dirty="0">
                <a:solidFill>
                  <a:srgbClr val="202F2E"/>
                </a:solidFill>
                <a:latin typeface="Lucida Sans Unicode"/>
                <a:cs typeface="Lucida Sans Unicode"/>
              </a:rPr>
              <a:t>a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fixed,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predictable</a:t>
            </a:r>
            <a:r>
              <a:rPr sz="1800" spc="-12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02F2E"/>
                </a:solidFill>
                <a:latin typeface="Lucida Sans Unicode"/>
                <a:cs typeface="Lucida Sans Unicode"/>
              </a:rPr>
              <a:t>order.</a:t>
            </a:r>
            <a:endParaRPr sz="1800">
              <a:latin typeface="Lucida Sans Unicode"/>
              <a:cs typeface="Lucida Sans Unicode"/>
            </a:endParaRPr>
          </a:p>
          <a:p>
            <a:pPr marL="254000" marR="612140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spc="-35" dirty="0">
                <a:solidFill>
                  <a:srgbClr val="202F2E"/>
                </a:solidFill>
                <a:latin typeface="Lucida Sans Unicode"/>
                <a:cs typeface="Lucida Sans Unicode"/>
              </a:rPr>
              <a:t>OFFSET</a:t>
            </a:r>
            <a:r>
              <a:rPr sz="1800" spc="-25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750" spc="-85" dirty="0">
                <a:solidFill>
                  <a:srgbClr val="202F2E"/>
                </a:solidFill>
                <a:latin typeface="Lucida Sans Unicode"/>
                <a:cs typeface="Lucida Sans Unicode"/>
              </a:rPr>
              <a:t>9</a:t>
            </a:r>
            <a:r>
              <a:rPr sz="1750" spc="-17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1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0" dirty="0">
                <a:solidFill>
                  <a:srgbClr val="202F2E"/>
                </a:solidFill>
                <a:latin typeface="Lucida Sans Unicode"/>
                <a:cs typeface="Lucida Sans Unicode"/>
              </a:rPr>
              <a:t>skips</a:t>
            </a:r>
            <a:r>
              <a:rPr sz="1800" spc="-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5" dirty="0">
                <a:solidFill>
                  <a:srgbClr val="202F2E"/>
                </a:solidFill>
                <a:latin typeface="Lucida Sans Unicode"/>
                <a:cs typeface="Lucida Sans Unicode"/>
              </a:rPr>
              <a:t>the</a:t>
            </a:r>
            <a:r>
              <a:rPr sz="1800" spc="-1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first</a:t>
            </a:r>
            <a:r>
              <a:rPr sz="1800" spc="-12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750" spc="-85" dirty="0">
                <a:solidFill>
                  <a:srgbClr val="202F2E"/>
                </a:solidFill>
                <a:latin typeface="Lucida Sans Unicode"/>
                <a:cs typeface="Lucida Sans Unicode"/>
              </a:rPr>
              <a:t>9</a:t>
            </a:r>
            <a:r>
              <a:rPr sz="1750" spc="-17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rows</a:t>
            </a:r>
            <a:r>
              <a:rPr sz="1800" spc="-2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5" dirty="0">
                <a:solidFill>
                  <a:srgbClr val="202F2E"/>
                </a:solidFill>
                <a:latin typeface="Lucida Sans Unicode"/>
                <a:cs typeface="Lucida Sans Unicode"/>
              </a:rPr>
              <a:t>of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80" dirty="0">
                <a:solidFill>
                  <a:srgbClr val="202F2E"/>
                </a:solidFill>
                <a:latin typeface="Lucida Sans Unicode"/>
                <a:cs typeface="Lucida Sans Unicode"/>
              </a:rPr>
              <a:t>that </a:t>
            </a:r>
            <a:r>
              <a:rPr sz="1800" spc="-145" dirty="0">
                <a:solidFill>
                  <a:srgbClr val="202F2E"/>
                </a:solidFill>
                <a:latin typeface="Lucida Sans Unicode"/>
                <a:cs typeface="Lucida Sans Unicode"/>
              </a:rPr>
              <a:t>ordered</a:t>
            </a:r>
            <a:r>
              <a:rPr sz="1800" spc="-1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202F2E"/>
                </a:solidFill>
                <a:latin typeface="Lucida Sans Unicode"/>
                <a:cs typeface="Lucida Sans Unicode"/>
              </a:rPr>
              <a:t>list.</a:t>
            </a:r>
            <a:endParaRPr sz="1800">
              <a:latin typeface="Lucida Sans Unicode"/>
              <a:cs typeface="Lucida Sans Unicode"/>
            </a:endParaRPr>
          </a:p>
          <a:p>
            <a:pPr marL="254000" marR="439420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LIMIT</a:t>
            </a:r>
            <a:r>
              <a:rPr sz="1800" spc="-24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750" spc="-570" dirty="0">
                <a:solidFill>
                  <a:srgbClr val="202F2E"/>
                </a:solidFill>
                <a:latin typeface="Lucida Sans Unicode"/>
                <a:cs typeface="Lucida Sans Unicode"/>
              </a:rPr>
              <a:t>1</a:t>
            </a:r>
            <a:r>
              <a:rPr sz="1750" spc="-7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0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grabs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the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80" dirty="0">
                <a:solidFill>
                  <a:srgbClr val="202F2E"/>
                </a:solidFill>
                <a:latin typeface="Lucida Sans Unicode"/>
                <a:cs typeface="Lucida Sans Unicode"/>
              </a:rPr>
              <a:t>very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70" dirty="0">
                <a:solidFill>
                  <a:srgbClr val="202F2E"/>
                </a:solidFill>
                <a:latin typeface="Lucida Sans Unicode"/>
                <a:cs typeface="Lucida Sans Unicode"/>
              </a:rPr>
              <a:t>next</a:t>
            </a:r>
            <a:r>
              <a:rPr sz="1800" spc="-11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row: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the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750" spc="-180" dirty="0">
                <a:solidFill>
                  <a:srgbClr val="202F2E"/>
                </a:solidFill>
                <a:latin typeface="Lucida Sans Unicode"/>
                <a:cs typeface="Lucida Sans Unicode"/>
              </a:rPr>
              <a:t>10</a:t>
            </a:r>
            <a:r>
              <a:rPr sz="1800" spc="-180" dirty="0">
                <a:solidFill>
                  <a:srgbClr val="202F2E"/>
                </a:solidFill>
                <a:latin typeface="Lucida Sans Unicode"/>
                <a:cs typeface="Lucida Sans Unicode"/>
              </a:rPr>
              <a:t>th </a:t>
            </a:r>
            <a:r>
              <a:rPr sz="1800" spc="-20" dirty="0">
                <a:solidFill>
                  <a:srgbClr val="202F2E"/>
                </a:solidFill>
                <a:latin typeface="Lucida Sans Unicode"/>
                <a:cs typeface="Lucida Sans Unicode"/>
              </a:rPr>
              <a:t>overall.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73600" y="5477351"/>
            <a:ext cx="3530600" cy="14008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110" dirty="0">
                <a:solidFill>
                  <a:srgbClr val="C26F3C"/>
                </a:solidFill>
                <a:latin typeface="Arial"/>
                <a:cs typeface="Arial"/>
              </a:rPr>
              <a:t>E</a:t>
            </a:r>
            <a:r>
              <a:rPr sz="1550" b="1" spc="-16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C26F3C"/>
                </a:solidFill>
                <a:latin typeface="Arial"/>
                <a:cs typeface="Arial"/>
              </a:rPr>
              <a:t>S</a:t>
            </a:r>
            <a:r>
              <a:rPr sz="1550" b="1" spc="-22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30" dirty="0">
                <a:solidFill>
                  <a:srgbClr val="C26F3C"/>
                </a:solidFill>
                <a:latin typeface="Arial"/>
                <a:cs typeface="Arial"/>
              </a:rPr>
              <a:t>U</a:t>
            </a:r>
            <a:r>
              <a:rPr sz="1550" b="1" spc="-14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70" dirty="0">
                <a:solidFill>
                  <a:srgbClr val="C26F3C"/>
                </a:solidFill>
                <a:latin typeface="Arial"/>
                <a:cs typeface="Arial"/>
              </a:rPr>
              <a:t>LT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4"/>
              </a:spcBef>
            </a:pPr>
            <a:endParaRPr sz="150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</a:pPr>
            <a:r>
              <a:rPr sz="2400" b="1" spc="-215" dirty="0">
                <a:solidFill>
                  <a:srgbClr val="0A3C41"/>
                </a:solidFill>
                <a:latin typeface="Verdana"/>
                <a:cs typeface="Verdana"/>
              </a:rPr>
              <a:t>A</a:t>
            </a:r>
            <a:r>
              <a:rPr sz="2450" b="1" spc="-215" dirty="0">
                <a:solidFill>
                  <a:srgbClr val="0A3C41"/>
                </a:solidFill>
                <a:latin typeface="Arial"/>
                <a:cs typeface="Arial"/>
              </a:rPr>
              <a:t>ng</a:t>
            </a:r>
            <a:r>
              <a:rPr sz="2400" b="1" spc="-215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2450" b="1" spc="-215" dirty="0">
                <a:solidFill>
                  <a:srgbClr val="0A3C41"/>
                </a:solidFill>
                <a:latin typeface="Arial"/>
                <a:cs typeface="Arial"/>
              </a:rPr>
              <a:t>lin</a:t>
            </a:r>
            <a:r>
              <a:rPr sz="2400" b="1" spc="-215" dirty="0">
                <a:solidFill>
                  <a:srgbClr val="0A3C41"/>
                </a:solidFill>
                <a:latin typeface="Verdana"/>
                <a:cs typeface="Verdana"/>
              </a:rPr>
              <a:t>a</a:t>
            </a:r>
            <a:r>
              <a:rPr sz="2400" b="1" spc="-355" dirty="0">
                <a:solidFill>
                  <a:srgbClr val="0A3C41"/>
                </a:solidFill>
                <a:latin typeface="Verdana"/>
                <a:cs typeface="Verdana"/>
              </a:rPr>
              <a:t> </a:t>
            </a:r>
            <a:r>
              <a:rPr sz="2400" b="1" spc="-20" dirty="0">
                <a:solidFill>
                  <a:srgbClr val="0A3C41"/>
                </a:solidFill>
                <a:latin typeface="Verdana"/>
                <a:cs typeface="Verdana"/>
              </a:rPr>
              <a:t>J</a:t>
            </a:r>
            <a:r>
              <a:rPr sz="2450" b="1" spc="-20" dirty="0">
                <a:solidFill>
                  <a:srgbClr val="0A3C41"/>
                </a:solidFill>
                <a:latin typeface="Arial"/>
                <a:cs typeface="Arial"/>
              </a:rPr>
              <a:t>oli</a:t>
            </a:r>
            <a:r>
              <a:rPr sz="2400" b="1" spc="-20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endParaRPr sz="2400">
              <a:latin typeface="Verdana"/>
              <a:cs typeface="Verdana"/>
            </a:endParaRPr>
          </a:p>
          <a:p>
            <a:pPr marL="381000">
              <a:lnSpc>
                <a:spcPct val="100000"/>
              </a:lnSpc>
              <a:spcBef>
                <a:spcPts val="509"/>
              </a:spcBef>
            </a:pPr>
            <a:r>
              <a:rPr sz="1650" spc="-100" dirty="0">
                <a:solidFill>
                  <a:srgbClr val="5C726F"/>
                </a:solidFill>
                <a:latin typeface="Lucida Sans Unicode"/>
                <a:cs typeface="Lucida Sans Unicode"/>
              </a:rPr>
              <a:t>the</a:t>
            </a:r>
            <a:r>
              <a:rPr sz="1650" spc="-200" dirty="0">
                <a:solidFill>
                  <a:srgbClr val="5C726F"/>
                </a:solidFill>
                <a:latin typeface="Lucida Sans Unicode"/>
                <a:cs typeface="Lucida Sans Unicode"/>
              </a:rPr>
              <a:t> 10th</a:t>
            </a:r>
            <a:r>
              <a:rPr sz="1650" spc="-17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10" dirty="0">
                <a:solidFill>
                  <a:srgbClr val="5C726F"/>
                </a:solidFill>
                <a:latin typeface="Lucida Sans Unicode"/>
                <a:cs typeface="Lucida Sans Unicode"/>
              </a:rPr>
              <a:t>female</a:t>
            </a:r>
            <a:r>
              <a:rPr sz="1650" spc="-20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25" dirty="0">
                <a:solidFill>
                  <a:srgbClr val="5C726F"/>
                </a:solidFill>
                <a:latin typeface="Lucida Sans Unicode"/>
                <a:cs typeface="Lucida Sans Unicode"/>
              </a:rPr>
              <a:t>director</a:t>
            </a:r>
            <a:r>
              <a:rPr sz="1800" spc="-125" dirty="0">
                <a:solidFill>
                  <a:srgbClr val="5C726F"/>
                </a:solidFill>
                <a:latin typeface="Lucida Sans Unicode"/>
                <a:cs typeface="Lucida Sans Unicode"/>
              </a:rPr>
              <a:t>,</a:t>
            </a:r>
            <a:r>
              <a:rPr sz="1800" spc="-17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70" dirty="0">
                <a:solidFill>
                  <a:srgbClr val="5C726F"/>
                </a:solidFill>
                <a:latin typeface="Lucida Sans Unicode"/>
                <a:cs typeface="Lucida Sans Unicode"/>
              </a:rPr>
              <a:t>by</a:t>
            </a:r>
            <a:r>
              <a:rPr sz="1650" spc="-19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70" dirty="0">
                <a:solidFill>
                  <a:srgbClr val="5C726F"/>
                </a:solidFill>
                <a:latin typeface="Lucida Sans Unicode"/>
                <a:cs typeface="Lucida Sans Unicode"/>
              </a:rPr>
              <a:t>id</a:t>
            </a:r>
            <a:r>
              <a:rPr sz="1650" spc="-9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65" dirty="0">
                <a:solidFill>
                  <a:srgbClr val="5C726F"/>
                </a:solidFill>
                <a:latin typeface="Lucida Sans Unicode"/>
                <a:cs typeface="Lucida Sans Unicode"/>
              </a:rPr>
              <a:t>order</a:t>
            </a:r>
            <a:endParaRPr sz="1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9" y="731531"/>
            <a:ext cx="756285" cy="756285"/>
          </a:xfrm>
          <a:prstGeom prst="rect">
            <a:avLst/>
          </a:prstGeom>
          <a:solidFill>
            <a:srgbClr val="C26F3C"/>
          </a:solidFill>
        </p:spPr>
        <p:txBody>
          <a:bodyPr vert="horz" wrap="square" lIns="0" tIns="100330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790"/>
              </a:spcBef>
            </a:pPr>
            <a:r>
              <a:rPr sz="3350" b="1" spc="-50" dirty="0">
                <a:solidFill>
                  <a:srgbClr val="072529"/>
                </a:solidFill>
                <a:latin typeface="Arial"/>
                <a:cs typeface="Arial"/>
              </a:rPr>
              <a:t>H</a:t>
            </a:r>
            <a:endParaRPr sz="33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6900" y="1970430"/>
            <a:ext cx="215328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60" dirty="0">
                <a:solidFill>
                  <a:srgbClr val="DFA06A"/>
                </a:solidFill>
                <a:latin typeface="Arial"/>
                <a:cs typeface="Arial"/>
              </a:rPr>
              <a:t>RANKI</a:t>
            </a:r>
            <a:r>
              <a:rPr sz="1650" b="1" spc="-229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45" dirty="0">
                <a:solidFill>
                  <a:srgbClr val="DFA06A"/>
                </a:solidFill>
                <a:latin typeface="Arial"/>
                <a:cs typeface="Arial"/>
              </a:rPr>
              <a:t>N</a:t>
            </a:r>
            <a:r>
              <a:rPr sz="1650" b="1" spc="-21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DFA06A"/>
                </a:solidFill>
                <a:latin typeface="Arial"/>
                <a:cs typeface="Arial"/>
              </a:rPr>
              <a:t>G</a:t>
            </a:r>
            <a:r>
              <a:rPr sz="1650" b="1" spc="7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DFA06A"/>
                </a:solidFill>
                <a:latin typeface="Arial Black"/>
                <a:cs typeface="Arial Black"/>
              </a:rPr>
              <a:t>&amp;</a:t>
            </a:r>
            <a:r>
              <a:rPr sz="1650" spc="-10" dirty="0">
                <a:solidFill>
                  <a:srgbClr val="DFA06A"/>
                </a:solidFill>
                <a:latin typeface="Arial Black"/>
                <a:cs typeface="Arial Black"/>
              </a:rPr>
              <a:t> </a:t>
            </a:r>
            <a:r>
              <a:rPr sz="1650" b="1" spc="95" dirty="0">
                <a:solidFill>
                  <a:srgbClr val="DFA06A"/>
                </a:solidFill>
                <a:latin typeface="Arial"/>
                <a:cs typeface="Arial"/>
              </a:rPr>
              <a:t>TOP</a:t>
            </a:r>
            <a:r>
              <a:rPr sz="1650" b="1" spc="95" dirty="0">
                <a:solidFill>
                  <a:srgbClr val="DFA06A"/>
                </a:solidFill>
                <a:latin typeface="Trebuchet MS"/>
                <a:cs typeface="Trebuchet MS"/>
              </a:rPr>
              <a:t>-</a:t>
            </a:r>
            <a:r>
              <a:rPr sz="1650" b="1" spc="-315" dirty="0">
                <a:solidFill>
                  <a:srgbClr val="DFA06A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DFA06A"/>
                </a:solidFill>
                <a:latin typeface="Arial"/>
                <a:cs typeface="Arial"/>
              </a:rPr>
              <a:t>N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900" y="2418974"/>
            <a:ext cx="2781935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10"/>
              </a:lnSpc>
              <a:spcBef>
                <a:spcPts val="100"/>
              </a:spcBef>
            </a:pPr>
            <a:r>
              <a:rPr sz="3250" b="1" dirty="0">
                <a:solidFill>
                  <a:srgbClr val="FAFAF6"/>
                </a:solidFill>
                <a:latin typeface="Trebuchet MS"/>
                <a:cs typeface="Trebuchet MS"/>
              </a:rPr>
              <a:t>3</a:t>
            </a:r>
            <a:r>
              <a:rPr sz="3250" b="1" spc="-395" dirty="0">
                <a:solidFill>
                  <a:srgbClr val="FAFAF6"/>
                </a:solidFill>
                <a:latin typeface="Trebuchet MS"/>
                <a:cs typeface="Trebuchet MS"/>
              </a:rPr>
              <a:t> </a:t>
            </a:r>
            <a:r>
              <a:rPr sz="3250" b="1" spc="-125" dirty="0">
                <a:solidFill>
                  <a:srgbClr val="FAFAF6"/>
                </a:solidFill>
                <a:latin typeface="Arial"/>
                <a:cs typeface="Arial"/>
              </a:rPr>
              <a:t>M</a:t>
            </a:r>
            <a:r>
              <a:rPr sz="3350" b="1" spc="-125" dirty="0">
                <a:solidFill>
                  <a:srgbClr val="FAFAF6"/>
                </a:solidFill>
                <a:latin typeface="Tahoma"/>
                <a:cs typeface="Tahoma"/>
              </a:rPr>
              <a:t>ost</a:t>
            </a:r>
            <a:r>
              <a:rPr sz="3350" b="1" spc="-400" dirty="0">
                <a:solidFill>
                  <a:srgbClr val="FAFAF6"/>
                </a:solidFill>
                <a:latin typeface="Tahoma"/>
                <a:cs typeface="Tahoma"/>
              </a:rPr>
              <a:t> </a:t>
            </a:r>
            <a:r>
              <a:rPr sz="3250" b="1" spc="-215" dirty="0">
                <a:solidFill>
                  <a:srgbClr val="FAFAF6"/>
                </a:solidFill>
                <a:latin typeface="Arial"/>
                <a:cs typeface="Arial"/>
              </a:rPr>
              <a:t>P</a:t>
            </a:r>
            <a:r>
              <a:rPr sz="3350" b="1" spc="-215" dirty="0">
                <a:solidFill>
                  <a:srgbClr val="FAFAF6"/>
                </a:solidFill>
                <a:latin typeface="Tahoma"/>
                <a:cs typeface="Tahoma"/>
              </a:rPr>
              <a:t>opul</a:t>
            </a:r>
            <a:r>
              <a:rPr sz="3250" b="1" spc="-215" dirty="0">
                <a:solidFill>
                  <a:srgbClr val="FAFAF6"/>
                </a:solidFill>
                <a:latin typeface="Arial"/>
                <a:cs typeface="Arial"/>
              </a:rPr>
              <a:t>a</a:t>
            </a:r>
            <a:r>
              <a:rPr sz="3350" b="1" spc="-215" dirty="0">
                <a:solidFill>
                  <a:srgbClr val="FAFAF6"/>
                </a:solidFill>
                <a:latin typeface="Tahoma"/>
                <a:cs typeface="Tahoma"/>
              </a:rPr>
              <a:t>r</a:t>
            </a:r>
            <a:endParaRPr sz="3350">
              <a:latin typeface="Tahoma"/>
              <a:cs typeface="Tahoma"/>
            </a:endParaRPr>
          </a:p>
          <a:p>
            <a:pPr marL="12700">
              <a:lnSpc>
                <a:spcPts val="3810"/>
              </a:lnSpc>
            </a:pPr>
            <a:r>
              <a:rPr sz="3250" b="1" spc="-10" dirty="0">
                <a:solidFill>
                  <a:srgbClr val="FAFAF6"/>
                </a:solidFill>
                <a:latin typeface="Arial"/>
                <a:cs typeface="Arial"/>
              </a:rPr>
              <a:t>M</a:t>
            </a:r>
            <a:r>
              <a:rPr sz="3350" b="1" spc="-10" dirty="0">
                <a:solidFill>
                  <a:srgbClr val="FAFAF6"/>
                </a:solidFill>
                <a:latin typeface="Tahoma"/>
                <a:cs typeface="Tahoma"/>
              </a:rPr>
              <a:t>ovi</a:t>
            </a:r>
            <a:r>
              <a:rPr sz="3250" b="1" spc="-10" dirty="0">
                <a:solidFill>
                  <a:srgbClr val="FAFAF6"/>
                </a:solidFill>
                <a:latin typeface="Arial"/>
                <a:cs typeface="Arial"/>
              </a:rPr>
              <a:t>e</a:t>
            </a:r>
            <a:r>
              <a:rPr sz="3350" b="1" spc="-10" dirty="0">
                <a:solidFill>
                  <a:srgbClr val="FAFAF6"/>
                </a:solidFill>
                <a:latin typeface="Tahoma"/>
                <a:cs typeface="Tahoma"/>
              </a:rPr>
              <a:t>s</a:t>
            </a:r>
            <a:endParaRPr sz="33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31720" y="1068455"/>
            <a:ext cx="947419" cy="182245"/>
            <a:chOff x="4731720" y="1068455"/>
            <a:chExt cx="947419" cy="18224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1720" y="1068455"/>
              <a:ext cx="472214" cy="1822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23372" y="1083006"/>
              <a:ext cx="75200" cy="1674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7264" y="1120356"/>
              <a:ext cx="341277" cy="130311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56772" y="1068455"/>
            <a:ext cx="2945612" cy="22751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483100" y="1346200"/>
            <a:ext cx="6515100" cy="2984500"/>
            <a:chOff x="4483100" y="1346200"/>
            <a:chExt cx="6515100" cy="298450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83100" y="1346200"/>
              <a:ext cx="6515100" cy="29845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73600" y="1498600"/>
              <a:ext cx="6146800" cy="261620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598814" y="7487399"/>
            <a:ext cx="15653385" cy="1657350"/>
            <a:chOff x="598814" y="7487399"/>
            <a:chExt cx="15653385" cy="1657350"/>
          </a:xfrm>
        </p:grpSpPr>
        <p:sp>
          <p:nvSpPr>
            <p:cNvPr id="14" name="object 14"/>
            <p:cNvSpPr/>
            <p:nvPr/>
          </p:nvSpPr>
          <p:spPr>
            <a:xfrm>
              <a:off x="609609" y="7498194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59" y="3989"/>
                  </a:lnTo>
                  <a:lnTo>
                    <a:pt x="208459" y="15538"/>
                  </a:lnTo>
                  <a:lnTo>
                    <a:pt x="164726" y="34021"/>
                  </a:lnTo>
                  <a:lnTo>
                    <a:pt x="124789" y="58808"/>
                  </a:lnTo>
                  <a:lnTo>
                    <a:pt x="89273" y="89273"/>
                  </a:lnTo>
                  <a:lnTo>
                    <a:pt x="58808" y="124789"/>
                  </a:lnTo>
                  <a:lnTo>
                    <a:pt x="34021" y="164726"/>
                  </a:lnTo>
                  <a:lnTo>
                    <a:pt x="15538" y="208459"/>
                  </a:lnTo>
                  <a:lnTo>
                    <a:pt x="3989" y="255359"/>
                  </a:lnTo>
                  <a:lnTo>
                    <a:pt x="0" y="304800"/>
                  </a:lnTo>
                  <a:lnTo>
                    <a:pt x="3989" y="354240"/>
                  </a:lnTo>
                  <a:lnTo>
                    <a:pt x="15538" y="401140"/>
                  </a:lnTo>
                  <a:lnTo>
                    <a:pt x="34021" y="444873"/>
                  </a:lnTo>
                  <a:lnTo>
                    <a:pt x="58808" y="484810"/>
                  </a:lnTo>
                  <a:lnTo>
                    <a:pt x="89273" y="520326"/>
                  </a:lnTo>
                  <a:lnTo>
                    <a:pt x="124789" y="550791"/>
                  </a:lnTo>
                  <a:lnTo>
                    <a:pt x="164726" y="575578"/>
                  </a:lnTo>
                  <a:lnTo>
                    <a:pt x="208459" y="594061"/>
                  </a:lnTo>
                  <a:lnTo>
                    <a:pt x="255359" y="605610"/>
                  </a:lnTo>
                  <a:lnTo>
                    <a:pt x="304800" y="609600"/>
                  </a:lnTo>
                  <a:lnTo>
                    <a:pt x="354240" y="605610"/>
                  </a:lnTo>
                  <a:lnTo>
                    <a:pt x="401140" y="594061"/>
                  </a:lnTo>
                  <a:lnTo>
                    <a:pt x="444873" y="575578"/>
                  </a:lnTo>
                  <a:lnTo>
                    <a:pt x="484810" y="550791"/>
                  </a:lnTo>
                  <a:lnTo>
                    <a:pt x="520326" y="520326"/>
                  </a:lnTo>
                  <a:lnTo>
                    <a:pt x="550791" y="484810"/>
                  </a:lnTo>
                  <a:lnTo>
                    <a:pt x="575578" y="444873"/>
                  </a:lnTo>
                  <a:lnTo>
                    <a:pt x="594061" y="401140"/>
                  </a:lnTo>
                  <a:lnTo>
                    <a:pt x="605610" y="354240"/>
                  </a:lnTo>
                  <a:lnTo>
                    <a:pt x="609600" y="304800"/>
                  </a:lnTo>
                  <a:lnTo>
                    <a:pt x="605610" y="255359"/>
                  </a:lnTo>
                  <a:lnTo>
                    <a:pt x="594061" y="208459"/>
                  </a:lnTo>
                  <a:lnTo>
                    <a:pt x="575578" y="164726"/>
                  </a:lnTo>
                  <a:lnTo>
                    <a:pt x="550791" y="124789"/>
                  </a:lnTo>
                  <a:lnTo>
                    <a:pt x="520326" y="89273"/>
                  </a:lnTo>
                  <a:lnTo>
                    <a:pt x="484810" y="58808"/>
                  </a:lnTo>
                  <a:lnTo>
                    <a:pt x="444873" y="34021"/>
                  </a:lnTo>
                  <a:lnTo>
                    <a:pt x="401140" y="15538"/>
                  </a:lnTo>
                  <a:lnTo>
                    <a:pt x="354240" y="3989"/>
                  </a:lnTo>
                  <a:lnTo>
                    <a:pt x="304800" y="0"/>
                  </a:lnTo>
                  <a:close/>
                </a:path>
              </a:pathLst>
            </a:custGeom>
            <a:ln w="21166">
              <a:solidFill>
                <a:srgbClr val="C26F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80179" y="7681077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496" y="316992"/>
                  </a:moveTo>
                  <a:lnTo>
                    <a:pt x="108399" y="308912"/>
                  </a:lnTo>
                  <a:lnTo>
                    <a:pt x="64890" y="286411"/>
                  </a:lnTo>
                  <a:lnTo>
                    <a:pt x="30580" y="252101"/>
                  </a:lnTo>
                  <a:lnTo>
                    <a:pt x="8080" y="208592"/>
                  </a:lnTo>
                  <a:lnTo>
                    <a:pt x="0" y="158495"/>
                  </a:lnTo>
                  <a:lnTo>
                    <a:pt x="8080" y="108398"/>
                  </a:lnTo>
                  <a:lnTo>
                    <a:pt x="30580" y="64890"/>
                  </a:lnTo>
                  <a:lnTo>
                    <a:pt x="64890" y="30580"/>
                  </a:lnTo>
                  <a:lnTo>
                    <a:pt x="108399" y="8080"/>
                  </a:lnTo>
                  <a:lnTo>
                    <a:pt x="158496" y="0"/>
                  </a:lnTo>
                  <a:lnTo>
                    <a:pt x="208593" y="8080"/>
                  </a:lnTo>
                  <a:lnTo>
                    <a:pt x="252101" y="30580"/>
                  </a:lnTo>
                  <a:lnTo>
                    <a:pt x="286411" y="64890"/>
                  </a:lnTo>
                  <a:lnTo>
                    <a:pt x="308911" y="108398"/>
                  </a:lnTo>
                  <a:lnTo>
                    <a:pt x="316991" y="158495"/>
                  </a:lnTo>
                  <a:lnTo>
                    <a:pt x="308911" y="208592"/>
                  </a:lnTo>
                  <a:lnTo>
                    <a:pt x="286411" y="252101"/>
                  </a:lnTo>
                  <a:lnTo>
                    <a:pt x="252101" y="286411"/>
                  </a:lnTo>
                  <a:lnTo>
                    <a:pt x="208593" y="308912"/>
                  </a:lnTo>
                  <a:lnTo>
                    <a:pt x="158496" y="316992"/>
                  </a:lnTo>
                  <a:close/>
                </a:path>
              </a:pathLst>
            </a:custGeom>
            <a:solidFill>
              <a:srgbClr val="C26F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84382" y="8193148"/>
              <a:ext cx="12167870" cy="951230"/>
            </a:xfrm>
            <a:custGeom>
              <a:avLst/>
              <a:gdLst/>
              <a:ahLst/>
              <a:cxnLst/>
              <a:rect l="l" t="t" r="r" b="b"/>
              <a:pathLst>
                <a:path w="12167869" h="951229">
                  <a:moveTo>
                    <a:pt x="12167743" y="950976"/>
                  </a:moveTo>
                  <a:lnTo>
                    <a:pt x="0" y="950976"/>
                  </a:lnTo>
                  <a:lnTo>
                    <a:pt x="0" y="0"/>
                  </a:lnTo>
                  <a:lnTo>
                    <a:pt x="12167743" y="0"/>
                  </a:lnTo>
                  <a:lnTo>
                    <a:pt x="12167743" y="950976"/>
                  </a:lnTo>
                  <a:close/>
                </a:path>
              </a:pathLst>
            </a:custGeom>
            <a:solidFill>
              <a:srgbClr val="D6EC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03796" y="8576217"/>
              <a:ext cx="466027" cy="21072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91169" y="8574156"/>
              <a:ext cx="2268673" cy="22751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96133" y="8574156"/>
              <a:ext cx="1434949" cy="42355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531621" y="8561607"/>
              <a:ext cx="2554811" cy="243126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041900" y="1734187"/>
            <a:ext cx="3188970" cy="1438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22800"/>
              </a:lnSpc>
              <a:spcBef>
                <a:spcPts val="125"/>
              </a:spcBef>
            </a:pP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SELECT</a:t>
            </a:r>
            <a:r>
              <a:rPr sz="1900" spc="-34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70" dirty="0">
                <a:solidFill>
                  <a:srgbClr val="D6ECE9"/>
                </a:solidFill>
                <a:latin typeface="Lucida Sans Unicode"/>
                <a:cs typeface="Lucida Sans Unicode"/>
              </a:rPr>
              <a:t>original_title,</a:t>
            </a:r>
            <a:r>
              <a:rPr sz="1900" spc="-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50" dirty="0">
                <a:solidFill>
                  <a:srgbClr val="D6ECE9"/>
                </a:solidFill>
                <a:latin typeface="Lucida Sans Unicode"/>
                <a:cs typeface="Lucida Sans Unicode"/>
              </a:rPr>
              <a:t>popularity </a:t>
            </a:r>
            <a:r>
              <a:rPr sz="1900" spc="-65" dirty="0">
                <a:solidFill>
                  <a:srgbClr val="D6ECE9"/>
                </a:solidFill>
                <a:latin typeface="Lucida Sans Unicode"/>
                <a:cs typeface="Lucida Sans Unicode"/>
              </a:rPr>
              <a:t>FROM</a:t>
            </a:r>
            <a:r>
              <a:rPr sz="1900" spc="-22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D6ECE9"/>
                </a:solidFill>
                <a:latin typeface="Lucida Sans Unicode"/>
                <a:cs typeface="Lucida Sans Unicode"/>
              </a:rPr>
              <a:t>movies</a:t>
            </a:r>
            <a:endParaRPr sz="19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900" spc="-85" dirty="0">
                <a:solidFill>
                  <a:srgbClr val="D6ECE9"/>
                </a:solidFill>
                <a:latin typeface="Lucida Sans Unicode"/>
                <a:cs typeface="Lucida Sans Unicode"/>
              </a:rPr>
              <a:t>ORDER</a:t>
            </a:r>
            <a:r>
              <a:rPr sz="1900" spc="-23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00" dirty="0">
                <a:solidFill>
                  <a:srgbClr val="D6ECE9"/>
                </a:solidFill>
                <a:latin typeface="Lucida Sans Unicode"/>
                <a:cs typeface="Lucida Sans Unicode"/>
              </a:rPr>
              <a:t>B</a:t>
            </a:r>
            <a:r>
              <a:rPr lang="en-IN" sz="1900" spc="-100" dirty="0">
                <a:solidFill>
                  <a:srgbClr val="D6ECE9"/>
                </a:solidFill>
                <a:latin typeface="Lucida Sans Unicode"/>
                <a:cs typeface="Lucida Sans Unicode"/>
              </a:rPr>
              <a:t>y </a:t>
            </a:r>
            <a:r>
              <a:rPr sz="1900" spc="-100" dirty="0">
                <a:solidFill>
                  <a:srgbClr val="D6ECE9"/>
                </a:solidFill>
                <a:latin typeface="Lucida Sans Unicode"/>
                <a:cs typeface="Lucida Sans Unicode"/>
              </a:rPr>
              <a:t>popularity</a:t>
            </a:r>
            <a:r>
              <a:rPr lang="en-US" sz="1900" spc="-10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6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DESC</a:t>
            </a:r>
            <a:endParaRPr sz="19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900" spc="-110" dirty="0">
                <a:solidFill>
                  <a:srgbClr val="D6ECE9"/>
                </a:solidFill>
                <a:latin typeface="Lucida Sans Unicode"/>
                <a:cs typeface="Lucida Sans Unicode"/>
              </a:rPr>
              <a:t>LIMIT</a:t>
            </a:r>
            <a:r>
              <a:rPr sz="1900" spc="-24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850" spc="-35" dirty="0">
                <a:solidFill>
                  <a:srgbClr val="D6ECE9"/>
                </a:solidFill>
                <a:latin typeface="Lucida Sans Unicode"/>
                <a:cs typeface="Lucida Sans Unicode"/>
              </a:rPr>
              <a:t>3</a:t>
            </a:r>
            <a:r>
              <a:rPr sz="1900" spc="-35" dirty="0">
                <a:solidFill>
                  <a:srgbClr val="D6ECE9"/>
                </a:solidFill>
                <a:latin typeface="Lucida Sans Unicode"/>
                <a:cs typeface="Lucida Sans Unicode"/>
              </a:rPr>
              <a:t>;</a:t>
            </a:r>
            <a:endParaRPr sz="1900" dirty="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137900" y="1527651"/>
            <a:ext cx="1879600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40" dirty="0">
                <a:solidFill>
                  <a:srgbClr val="C26F3C"/>
                </a:solidFill>
                <a:latin typeface="Arial"/>
                <a:cs typeface="Arial"/>
              </a:rPr>
              <a:t>H</a:t>
            </a:r>
            <a:r>
              <a:rPr sz="1550" b="1" spc="-13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45" dirty="0">
                <a:solidFill>
                  <a:srgbClr val="C26F3C"/>
                </a:solidFill>
                <a:latin typeface="Arial"/>
                <a:cs typeface="Arial"/>
              </a:rPr>
              <a:t>O</a:t>
            </a:r>
            <a:r>
              <a:rPr sz="1550" b="1" spc="-204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290" dirty="0">
                <a:solidFill>
                  <a:srgbClr val="C26F3C"/>
                </a:solidFill>
                <a:latin typeface="Arial"/>
                <a:cs typeface="Arial"/>
              </a:rPr>
              <a:t>W</a:t>
            </a:r>
            <a:r>
              <a:rPr sz="1550" b="1" spc="31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90" dirty="0">
                <a:solidFill>
                  <a:srgbClr val="C26F3C"/>
                </a:solidFill>
                <a:latin typeface="Arial"/>
                <a:cs typeface="Arial"/>
              </a:rPr>
              <a:t>I</a:t>
            </a:r>
            <a:r>
              <a:rPr sz="1550" b="1" spc="-17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55" dirty="0">
                <a:solidFill>
                  <a:srgbClr val="C26F3C"/>
                </a:solidFill>
                <a:latin typeface="Arial"/>
                <a:cs typeface="Arial"/>
              </a:rPr>
              <a:t>T</a:t>
            </a:r>
            <a:r>
              <a:rPr sz="1550" b="1" spc="47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145" dirty="0">
                <a:solidFill>
                  <a:srgbClr val="C26F3C"/>
                </a:solidFill>
                <a:latin typeface="Arial"/>
                <a:cs typeface="Arial"/>
              </a:rPr>
              <a:t>WO</a:t>
            </a:r>
            <a:r>
              <a:rPr sz="1550" b="1" spc="-21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35" dirty="0">
                <a:solidFill>
                  <a:srgbClr val="C26F3C"/>
                </a:solidFill>
                <a:latin typeface="Arial"/>
                <a:cs typeface="Arial"/>
              </a:rPr>
              <a:t>KS</a:t>
            </a:r>
            <a:endParaRPr sz="15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137900" y="1890814"/>
            <a:ext cx="4835525" cy="1851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54000" marR="5080" indent="-241300">
              <a:lnSpc>
                <a:spcPts val="2000"/>
              </a:lnSpc>
              <a:spcBef>
                <a:spcPts val="310"/>
              </a:spcBef>
              <a:buChar char="•"/>
              <a:tabLst>
                <a:tab pos="254000" algn="l"/>
              </a:tabLst>
            </a:pPr>
            <a:r>
              <a:rPr sz="1800" spc="-70" dirty="0">
                <a:solidFill>
                  <a:srgbClr val="202F2E"/>
                </a:solidFill>
                <a:latin typeface="Lucida Sans Unicode"/>
                <a:cs typeface="Lucida Sans Unicode"/>
              </a:rPr>
              <a:t>ORDER</a:t>
            </a:r>
            <a:r>
              <a:rPr sz="1800" spc="-15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BY</a:t>
            </a:r>
            <a:r>
              <a:rPr sz="1800" spc="-24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popularity</a:t>
            </a:r>
            <a:r>
              <a:rPr sz="1800" spc="-2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02F2E"/>
                </a:solidFill>
                <a:latin typeface="Lucida Sans Unicode"/>
                <a:cs typeface="Lucida Sans Unicode"/>
              </a:rPr>
              <a:t>DESC</a:t>
            </a:r>
            <a:r>
              <a:rPr sz="1800" spc="-17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18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114" dirty="0">
                <a:solidFill>
                  <a:srgbClr val="202F2E"/>
                </a:solidFill>
                <a:latin typeface="Lucida Sans Unicode"/>
                <a:cs typeface="Lucida Sans Unicode"/>
              </a:rPr>
              <a:t>sorts</a:t>
            </a:r>
            <a:r>
              <a:rPr sz="1800" spc="-18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the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10" dirty="0">
                <a:solidFill>
                  <a:srgbClr val="202F2E"/>
                </a:solidFill>
                <a:latin typeface="Lucida Sans Unicode"/>
                <a:cs typeface="Lucida Sans Unicode"/>
              </a:rPr>
              <a:t>highest </a:t>
            </a:r>
            <a:r>
              <a:rPr sz="1800" spc="-150" dirty="0">
                <a:solidFill>
                  <a:srgbClr val="202F2E"/>
                </a:solidFill>
                <a:latin typeface="Lucida Sans Unicode"/>
                <a:cs typeface="Lucida Sans Unicode"/>
              </a:rPr>
              <a:t>popularity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02F2E"/>
                </a:solidFill>
                <a:latin typeface="Lucida Sans Unicode"/>
                <a:cs typeface="Lucida Sans Unicode"/>
              </a:rPr>
              <a:t>first.</a:t>
            </a:r>
            <a:endParaRPr sz="1800">
              <a:latin typeface="Lucida Sans Unicode"/>
              <a:cs typeface="Lucida Sans Unicode"/>
            </a:endParaRPr>
          </a:p>
          <a:p>
            <a:pPr marL="254000" marR="606425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LIMIT</a:t>
            </a:r>
            <a:r>
              <a:rPr sz="1800" spc="-25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75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3</a:t>
            </a:r>
            <a:r>
              <a:rPr sz="1750" spc="-229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0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keeps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20" dirty="0">
                <a:solidFill>
                  <a:srgbClr val="202F2E"/>
                </a:solidFill>
                <a:latin typeface="Lucida Sans Unicode"/>
                <a:cs typeface="Lucida Sans Unicode"/>
              </a:rPr>
              <a:t>only</a:t>
            </a:r>
            <a:r>
              <a:rPr sz="1800" spc="-2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the</a:t>
            </a:r>
            <a:r>
              <a:rPr sz="1800" spc="-2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0" dirty="0">
                <a:solidFill>
                  <a:srgbClr val="202F2E"/>
                </a:solidFill>
                <a:latin typeface="Lucida Sans Unicode"/>
                <a:cs typeface="Lucida Sans Unicode"/>
              </a:rPr>
              <a:t>top</a:t>
            </a:r>
            <a:r>
              <a:rPr sz="1800" spc="-15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75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3</a:t>
            </a:r>
            <a:r>
              <a:rPr sz="1750" spc="-229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rows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70" dirty="0">
                <a:solidFill>
                  <a:srgbClr val="202F2E"/>
                </a:solidFill>
                <a:latin typeface="Lucida Sans Unicode"/>
                <a:cs typeface="Lucida Sans Unicode"/>
              </a:rPr>
              <a:t>after </a:t>
            </a:r>
            <a:r>
              <a:rPr sz="1800" spc="-40" dirty="0">
                <a:solidFill>
                  <a:srgbClr val="202F2E"/>
                </a:solidFill>
                <a:latin typeface="Lucida Sans Unicode"/>
                <a:cs typeface="Lucida Sans Unicode"/>
              </a:rPr>
              <a:t>sorting.</a:t>
            </a:r>
            <a:endParaRPr sz="1800">
              <a:latin typeface="Lucida Sans Unicode"/>
              <a:cs typeface="Lucida Sans Unicode"/>
            </a:endParaRPr>
          </a:p>
          <a:p>
            <a:pPr marL="254000" marR="495934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spc="-95" dirty="0">
                <a:solidFill>
                  <a:srgbClr val="202F2E"/>
                </a:solidFill>
                <a:latin typeface="Lucida Sans Unicode"/>
                <a:cs typeface="Lucida Sans Unicode"/>
              </a:rPr>
              <a:t>Two</a:t>
            </a:r>
            <a:r>
              <a:rPr sz="1800" spc="-24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0" dirty="0">
                <a:solidFill>
                  <a:srgbClr val="202F2E"/>
                </a:solidFill>
                <a:latin typeface="Lucida Sans Unicode"/>
                <a:cs typeface="Lucida Sans Unicode"/>
              </a:rPr>
              <a:t>columns</a:t>
            </a:r>
            <a:r>
              <a:rPr sz="1800" spc="-18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20" dirty="0">
                <a:solidFill>
                  <a:srgbClr val="202F2E"/>
                </a:solidFill>
                <a:latin typeface="Lucida Sans Unicode"/>
                <a:cs typeface="Lucida Sans Unicode"/>
              </a:rPr>
              <a:t>only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60" dirty="0">
                <a:solidFill>
                  <a:srgbClr val="202F2E"/>
                </a:solidFill>
                <a:latin typeface="Lucida Sans Unicode"/>
                <a:cs typeface="Lucida Sans Unicode"/>
              </a:rPr>
              <a:t>just</a:t>
            </a:r>
            <a:r>
              <a:rPr sz="1800" spc="-21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what's</a:t>
            </a:r>
            <a:r>
              <a:rPr sz="1800" spc="-18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needed</a:t>
            </a:r>
            <a:r>
              <a:rPr sz="1800" spc="-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202F2E"/>
                </a:solidFill>
                <a:latin typeface="Lucida Sans Unicode"/>
                <a:cs typeface="Lucida Sans Unicode"/>
              </a:rPr>
              <a:t>to 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answer</a:t>
            </a:r>
            <a:r>
              <a:rPr sz="1800" spc="-16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the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45" dirty="0">
                <a:solidFill>
                  <a:srgbClr val="202F2E"/>
                </a:solidFill>
                <a:latin typeface="Lucida Sans Unicode"/>
                <a:cs typeface="Lucida Sans Unicode"/>
              </a:rPr>
              <a:t>question.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73600" y="4905851"/>
            <a:ext cx="940435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110" dirty="0">
                <a:solidFill>
                  <a:srgbClr val="C26F3C"/>
                </a:solidFill>
                <a:latin typeface="Arial"/>
                <a:cs typeface="Arial"/>
              </a:rPr>
              <a:t>E</a:t>
            </a:r>
            <a:r>
              <a:rPr sz="1550" b="1" spc="-16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C26F3C"/>
                </a:solidFill>
                <a:latin typeface="Arial"/>
                <a:cs typeface="Arial"/>
              </a:rPr>
              <a:t>S</a:t>
            </a:r>
            <a:r>
              <a:rPr sz="1550" b="1" spc="-22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30" dirty="0">
                <a:solidFill>
                  <a:srgbClr val="C26F3C"/>
                </a:solidFill>
                <a:latin typeface="Arial"/>
                <a:cs typeface="Arial"/>
              </a:rPr>
              <a:t>U</a:t>
            </a:r>
            <a:r>
              <a:rPr sz="1550" b="1" spc="-14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70" dirty="0">
                <a:solidFill>
                  <a:srgbClr val="C26F3C"/>
                </a:solidFill>
                <a:latin typeface="Arial"/>
                <a:cs typeface="Arial"/>
              </a:rPr>
              <a:t>LT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483100" y="5194300"/>
            <a:ext cx="6515100" cy="2438400"/>
            <a:chOff x="4483100" y="5194300"/>
            <a:chExt cx="6515100" cy="2438400"/>
          </a:xfrm>
        </p:grpSpPr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83100" y="5194300"/>
              <a:ext cx="6515100" cy="24384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73600" y="5359400"/>
              <a:ext cx="6146800" cy="204470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041900" y="5876003"/>
            <a:ext cx="3754754" cy="9398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66065" indent="-253365">
              <a:lnSpc>
                <a:spcPct val="100000"/>
              </a:lnSpc>
              <a:spcBef>
                <a:spcPts val="330"/>
              </a:spcBef>
              <a:buClr>
                <a:srgbClr val="C26F3C"/>
              </a:buClr>
              <a:buSzPct val="97222"/>
              <a:buFont typeface="Arial"/>
              <a:buAutoNum type="arabicPeriod"/>
              <a:tabLst>
                <a:tab pos="266065" algn="l"/>
              </a:tabLst>
            </a:pPr>
            <a:r>
              <a:rPr sz="1800" b="1" spc="-100" dirty="0">
                <a:solidFill>
                  <a:srgbClr val="0A3C41"/>
                </a:solidFill>
                <a:latin typeface="Verdana"/>
                <a:cs typeface="Verdana"/>
              </a:rPr>
              <a:t>J</a:t>
            </a:r>
            <a:r>
              <a:rPr sz="1800" b="1" spc="-100" dirty="0">
                <a:solidFill>
                  <a:srgbClr val="0A3C41"/>
                </a:solidFill>
                <a:latin typeface="Arial"/>
                <a:cs typeface="Arial"/>
              </a:rPr>
              <a:t>ur</a:t>
            </a:r>
            <a:r>
              <a:rPr sz="1800" b="1" spc="-100" dirty="0">
                <a:solidFill>
                  <a:srgbClr val="0A3C41"/>
                </a:solidFill>
                <a:latin typeface="Verdana"/>
                <a:cs typeface="Verdana"/>
              </a:rPr>
              <a:t>a</a:t>
            </a:r>
            <a:r>
              <a:rPr sz="1800" b="1" spc="-100" dirty="0">
                <a:solidFill>
                  <a:srgbClr val="0A3C41"/>
                </a:solidFill>
                <a:latin typeface="Arial"/>
                <a:cs typeface="Arial"/>
              </a:rPr>
              <a:t>ssi</a:t>
            </a:r>
            <a:r>
              <a:rPr sz="1800" b="1" spc="-100" dirty="0">
                <a:solidFill>
                  <a:srgbClr val="0A3C41"/>
                </a:solidFill>
                <a:latin typeface="Verdana"/>
                <a:cs typeface="Verdana"/>
              </a:rPr>
              <a:t>c</a:t>
            </a:r>
            <a:r>
              <a:rPr sz="1800" b="1" spc="-290" dirty="0">
                <a:solidFill>
                  <a:srgbClr val="0A3C41"/>
                </a:solidFill>
                <a:latin typeface="Verdana"/>
                <a:cs typeface="Verdana"/>
              </a:rPr>
              <a:t> </a:t>
            </a:r>
            <a:r>
              <a:rPr sz="1800" b="1" spc="-75" dirty="0">
                <a:solidFill>
                  <a:srgbClr val="0A3C41"/>
                </a:solidFill>
                <a:latin typeface="Verdana"/>
                <a:cs typeface="Verdana"/>
              </a:rPr>
              <a:t>W</a:t>
            </a:r>
            <a:r>
              <a:rPr sz="1800" b="1" spc="-75" dirty="0">
                <a:solidFill>
                  <a:srgbClr val="0A3C41"/>
                </a:solidFill>
                <a:latin typeface="Arial"/>
                <a:cs typeface="Arial"/>
              </a:rPr>
              <a:t>orl</a:t>
            </a:r>
            <a:r>
              <a:rPr sz="1800" b="1" spc="-75" dirty="0">
                <a:solidFill>
                  <a:srgbClr val="0A3C41"/>
                </a:solidFill>
                <a:latin typeface="Verdana"/>
                <a:cs typeface="Verdana"/>
              </a:rPr>
              <a:t>d</a:t>
            </a:r>
            <a:r>
              <a:rPr sz="1800" b="1" spc="-5" dirty="0">
                <a:solidFill>
                  <a:srgbClr val="0A3C41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5C726F"/>
                </a:solidFill>
                <a:latin typeface="Lucida Sans Unicode"/>
                <a:cs typeface="Lucida Sans Unicode"/>
              </a:rPr>
              <a:t>—</a:t>
            </a:r>
            <a:r>
              <a:rPr sz="1800" spc="-114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200" dirty="0">
                <a:solidFill>
                  <a:srgbClr val="5C726F"/>
                </a:solidFill>
                <a:latin typeface="Lucida Sans Unicode"/>
                <a:cs typeface="Lucida Sans Unicode"/>
              </a:rPr>
              <a:t>418</a:t>
            </a:r>
            <a:r>
              <a:rPr sz="1650" spc="-19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20" dirty="0">
                <a:solidFill>
                  <a:srgbClr val="5C726F"/>
                </a:solidFill>
                <a:latin typeface="Lucida Sans Unicode"/>
                <a:cs typeface="Lucida Sans Unicode"/>
              </a:rPr>
              <a:t>popularity</a:t>
            </a:r>
            <a:endParaRPr sz="1650">
              <a:latin typeface="Lucida Sans Unicode"/>
              <a:cs typeface="Lucida Sans Unicode"/>
            </a:endParaRPr>
          </a:p>
          <a:p>
            <a:pPr marL="303530" indent="-290830">
              <a:lnSpc>
                <a:spcPct val="100000"/>
              </a:lnSpc>
              <a:spcBef>
                <a:spcPts val="240"/>
              </a:spcBef>
              <a:buClr>
                <a:srgbClr val="C26F3C"/>
              </a:buClr>
              <a:buSzPct val="97222"/>
              <a:buFont typeface="Arial"/>
              <a:buAutoNum type="arabicPeriod"/>
              <a:tabLst>
                <a:tab pos="303530" algn="l"/>
              </a:tabLst>
            </a:pPr>
            <a:r>
              <a:rPr sz="1800" b="1" spc="-125" dirty="0">
                <a:solidFill>
                  <a:srgbClr val="0A3C41"/>
                </a:solidFill>
                <a:latin typeface="Verdana"/>
                <a:cs typeface="Verdana"/>
              </a:rPr>
              <a:t>Ca</a:t>
            </a:r>
            <a:r>
              <a:rPr sz="1800" b="1" spc="-125" dirty="0">
                <a:solidFill>
                  <a:srgbClr val="0A3C41"/>
                </a:solidFill>
                <a:latin typeface="Arial"/>
                <a:cs typeface="Arial"/>
              </a:rPr>
              <a:t>pt</a:t>
            </a:r>
            <a:r>
              <a:rPr sz="1800" b="1" spc="-125" dirty="0">
                <a:solidFill>
                  <a:srgbClr val="0A3C41"/>
                </a:solidFill>
                <a:latin typeface="Verdana"/>
                <a:cs typeface="Verdana"/>
              </a:rPr>
              <a:t>a</a:t>
            </a:r>
            <a:r>
              <a:rPr sz="1800" b="1" spc="-125" dirty="0">
                <a:solidFill>
                  <a:srgbClr val="0A3C41"/>
                </a:solidFill>
                <a:latin typeface="Arial"/>
                <a:cs typeface="Arial"/>
              </a:rPr>
              <a:t>in</a:t>
            </a:r>
            <a:r>
              <a:rPr sz="1800" b="1" spc="-110" dirty="0">
                <a:solidFill>
                  <a:srgbClr val="0A3C41"/>
                </a:solidFill>
                <a:latin typeface="Arial"/>
                <a:cs typeface="Arial"/>
              </a:rPr>
              <a:t> </a:t>
            </a:r>
            <a:r>
              <a:rPr sz="1800" b="1" spc="-135" dirty="0">
                <a:solidFill>
                  <a:srgbClr val="0A3C41"/>
                </a:solidFill>
                <a:latin typeface="Verdana"/>
                <a:cs typeface="Verdana"/>
              </a:rPr>
              <a:t>A</a:t>
            </a:r>
            <a:r>
              <a:rPr sz="1800" b="1" spc="-135" dirty="0">
                <a:solidFill>
                  <a:srgbClr val="0A3C41"/>
                </a:solidFill>
                <a:latin typeface="Arial"/>
                <a:cs typeface="Arial"/>
              </a:rPr>
              <a:t>m</a:t>
            </a:r>
            <a:r>
              <a:rPr sz="1800" b="1" spc="-135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1800" b="1" spc="-135" dirty="0">
                <a:solidFill>
                  <a:srgbClr val="0A3C41"/>
                </a:solidFill>
                <a:latin typeface="Arial"/>
                <a:cs typeface="Arial"/>
              </a:rPr>
              <a:t>ri</a:t>
            </a:r>
            <a:r>
              <a:rPr sz="1800" b="1" spc="-135" dirty="0">
                <a:solidFill>
                  <a:srgbClr val="0A3C41"/>
                </a:solidFill>
                <a:latin typeface="Verdana"/>
                <a:cs typeface="Verdana"/>
              </a:rPr>
              <a:t>ca</a:t>
            </a:r>
            <a:r>
              <a:rPr sz="1650" b="1" spc="-135" dirty="0">
                <a:solidFill>
                  <a:srgbClr val="0A3C41"/>
                </a:solidFill>
                <a:latin typeface="Arial"/>
                <a:cs typeface="Arial"/>
              </a:rPr>
              <a:t>:</a:t>
            </a:r>
            <a:r>
              <a:rPr sz="1650" b="1" spc="-105" dirty="0">
                <a:solidFill>
                  <a:srgbClr val="0A3C41"/>
                </a:solidFill>
                <a:latin typeface="Arial"/>
                <a:cs typeface="Arial"/>
              </a:rPr>
              <a:t> </a:t>
            </a:r>
            <a:r>
              <a:rPr sz="1800" b="1" spc="-80" dirty="0">
                <a:solidFill>
                  <a:srgbClr val="0A3C41"/>
                </a:solidFill>
                <a:latin typeface="Verdana"/>
                <a:cs typeface="Verdana"/>
              </a:rPr>
              <a:t>C</a:t>
            </a:r>
            <a:r>
              <a:rPr sz="1800" b="1" spc="-80" dirty="0">
                <a:solidFill>
                  <a:srgbClr val="0A3C41"/>
                </a:solidFill>
                <a:latin typeface="Arial"/>
                <a:cs typeface="Arial"/>
              </a:rPr>
              <a:t>ivil </a:t>
            </a:r>
            <a:r>
              <a:rPr sz="1800" b="1" spc="-70" dirty="0">
                <a:solidFill>
                  <a:srgbClr val="0A3C41"/>
                </a:solidFill>
                <a:latin typeface="Verdana"/>
                <a:cs typeface="Verdana"/>
              </a:rPr>
              <a:t>Wa</a:t>
            </a:r>
            <a:r>
              <a:rPr sz="1800" b="1" spc="-70" dirty="0">
                <a:solidFill>
                  <a:srgbClr val="0A3C41"/>
                </a:solidFill>
                <a:latin typeface="Arial"/>
                <a:cs typeface="Arial"/>
              </a:rPr>
              <a:t>r</a:t>
            </a:r>
            <a:r>
              <a:rPr sz="1800" b="1" spc="55" dirty="0">
                <a:solidFill>
                  <a:srgbClr val="0A3C41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C726F"/>
                </a:solidFill>
                <a:latin typeface="Lucida Sans Unicode"/>
                <a:cs typeface="Lucida Sans Unicode"/>
              </a:rPr>
              <a:t>—</a:t>
            </a:r>
            <a:r>
              <a:rPr sz="1800" spc="-3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50" dirty="0">
                <a:solidFill>
                  <a:srgbClr val="5C726F"/>
                </a:solidFill>
                <a:latin typeface="Lucida Sans Unicode"/>
                <a:cs typeface="Lucida Sans Unicode"/>
              </a:rPr>
              <a:t>198</a:t>
            </a:r>
            <a:endParaRPr sz="1650">
              <a:latin typeface="Lucida Sans Unicode"/>
              <a:cs typeface="Lucida Sans Unicode"/>
            </a:endParaRPr>
          </a:p>
          <a:p>
            <a:pPr marL="304165" indent="-291465">
              <a:lnSpc>
                <a:spcPct val="100000"/>
              </a:lnSpc>
              <a:spcBef>
                <a:spcPts val="240"/>
              </a:spcBef>
              <a:buClr>
                <a:srgbClr val="C26F3C"/>
              </a:buClr>
              <a:buSzPct val="97222"/>
              <a:buFont typeface="Arial"/>
              <a:buAutoNum type="arabicPeriod"/>
              <a:tabLst>
                <a:tab pos="304165" algn="l"/>
              </a:tabLst>
            </a:pPr>
            <a:r>
              <a:rPr sz="1800" b="1" spc="-95" dirty="0">
                <a:solidFill>
                  <a:srgbClr val="0A3C41"/>
                </a:solidFill>
                <a:latin typeface="Verdana"/>
                <a:cs typeface="Verdana"/>
              </a:rPr>
              <a:t>A</a:t>
            </a:r>
            <a:r>
              <a:rPr sz="1800" b="1" spc="-95" dirty="0">
                <a:solidFill>
                  <a:srgbClr val="0A3C41"/>
                </a:solidFill>
                <a:latin typeface="Arial"/>
                <a:cs typeface="Arial"/>
              </a:rPr>
              <a:t>v</a:t>
            </a:r>
            <a:r>
              <a:rPr sz="1800" b="1" spc="-95" dirty="0">
                <a:solidFill>
                  <a:srgbClr val="0A3C41"/>
                </a:solidFill>
                <a:latin typeface="Verdana"/>
                <a:cs typeface="Verdana"/>
              </a:rPr>
              <a:t>a</a:t>
            </a:r>
            <a:r>
              <a:rPr sz="1800" b="1" spc="-95" dirty="0">
                <a:solidFill>
                  <a:srgbClr val="0A3C41"/>
                </a:solidFill>
                <a:latin typeface="Arial"/>
                <a:cs typeface="Arial"/>
              </a:rPr>
              <a:t>t</a:t>
            </a:r>
            <a:r>
              <a:rPr sz="1800" b="1" spc="-95" dirty="0">
                <a:solidFill>
                  <a:srgbClr val="0A3C41"/>
                </a:solidFill>
                <a:latin typeface="Verdana"/>
                <a:cs typeface="Verdana"/>
              </a:rPr>
              <a:t>a</a:t>
            </a:r>
            <a:r>
              <a:rPr sz="1800" b="1" spc="-95" dirty="0">
                <a:solidFill>
                  <a:srgbClr val="0A3C41"/>
                </a:solidFill>
                <a:latin typeface="Arial"/>
                <a:cs typeface="Arial"/>
              </a:rPr>
              <a:t>r</a:t>
            </a:r>
            <a:r>
              <a:rPr sz="1800" b="1" spc="25" dirty="0">
                <a:solidFill>
                  <a:srgbClr val="0A3C41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5C726F"/>
                </a:solidFill>
                <a:latin typeface="Lucida Sans Unicode"/>
                <a:cs typeface="Lucida Sans Unicode"/>
              </a:rPr>
              <a:t>—</a:t>
            </a:r>
            <a:r>
              <a:rPr sz="1800" spc="-114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5C726F"/>
                </a:solidFill>
                <a:latin typeface="Lucida Sans Unicode"/>
                <a:cs typeface="Lucida Sans Unicode"/>
              </a:rPr>
              <a:t>150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spc="-434" dirty="0"/>
              <a:t>10</a:t>
            </a:fld>
            <a:endParaRPr spc="-4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9" y="731531"/>
            <a:ext cx="756285" cy="756285"/>
          </a:xfrm>
          <a:prstGeom prst="rect">
            <a:avLst/>
          </a:prstGeom>
          <a:solidFill>
            <a:srgbClr val="C26F3C"/>
          </a:solidFill>
        </p:spPr>
        <p:txBody>
          <a:bodyPr vert="horz" wrap="square" lIns="0" tIns="1003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3350" b="1" spc="-50" dirty="0">
                <a:solidFill>
                  <a:srgbClr val="072529"/>
                </a:solidFill>
                <a:latin typeface="Arial"/>
                <a:cs typeface="Arial"/>
              </a:rPr>
              <a:t>I</a:t>
            </a:r>
            <a:endParaRPr sz="33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6900" y="1970430"/>
            <a:ext cx="215328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60" dirty="0">
                <a:solidFill>
                  <a:srgbClr val="DFA06A"/>
                </a:solidFill>
                <a:latin typeface="Arial"/>
                <a:cs typeface="Arial"/>
              </a:rPr>
              <a:t>RANKI</a:t>
            </a:r>
            <a:r>
              <a:rPr sz="1650" b="1" spc="-229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45" dirty="0">
                <a:solidFill>
                  <a:srgbClr val="DFA06A"/>
                </a:solidFill>
                <a:latin typeface="Arial"/>
                <a:cs typeface="Arial"/>
              </a:rPr>
              <a:t>N</a:t>
            </a:r>
            <a:r>
              <a:rPr sz="1650" b="1" spc="-21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DFA06A"/>
                </a:solidFill>
                <a:latin typeface="Arial"/>
                <a:cs typeface="Arial"/>
              </a:rPr>
              <a:t>G</a:t>
            </a:r>
            <a:r>
              <a:rPr sz="1650" b="1" spc="7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DFA06A"/>
                </a:solidFill>
                <a:latin typeface="Arial Black"/>
                <a:cs typeface="Arial Black"/>
              </a:rPr>
              <a:t>&amp;</a:t>
            </a:r>
            <a:r>
              <a:rPr sz="1650" spc="-10" dirty="0">
                <a:solidFill>
                  <a:srgbClr val="DFA06A"/>
                </a:solidFill>
                <a:latin typeface="Arial Black"/>
                <a:cs typeface="Arial Black"/>
              </a:rPr>
              <a:t> </a:t>
            </a:r>
            <a:r>
              <a:rPr sz="1650" b="1" spc="95" dirty="0">
                <a:solidFill>
                  <a:srgbClr val="DFA06A"/>
                </a:solidFill>
                <a:latin typeface="Arial"/>
                <a:cs typeface="Arial"/>
              </a:rPr>
              <a:t>TOP</a:t>
            </a:r>
            <a:r>
              <a:rPr sz="1650" b="1" spc="95" dirty="0">
                <a:solidFill>
                  <a:srgbClr val="DFA06A"/>
                </a:solidFill>
                <a:latin typeface="Trebuchet MS"/>
                <a:cs typeface="Trebuchet MS"/>
              </a:rPr>
              <a:t>-</a:t>
            </a:r>
            <a:r>
              <a:rPr sz="1650" b="1" spc="-315" dirty="0">
                <a:solidFill>
                  <a:srgbClr val="DFA06A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DFA06A"/>
                </a:solidFill>
                <a:latin typeface="Arial"/>
                <a:cs typeface="Arial"/>
              </a:rPr>
              <a:t>N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900" y="2418974"/>
            <a:ext cx="1705610" cy="145097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570"/>
              </a:spcBef>
            </a:pPr>
            <a:r>
              <a:rPr sz="3250" b="1" dirty="0">
                <a:solidFill>
                  <a:srgbClr val="FAFAF6"/>
                </a:solidFill>
                <a:latin typeface="Trebuchet MS"/>
                <a:cs typeface="Trebuchet MS"/>
              </a:rPr>
              <a:t>3</a:t>
            </a:r>
            <a:r>
              <a:rPr sz="3250" b="1" spc="-390" dirty="0">
                <a:solidFill>
                  <a:srgbClr val="FAFAF6"/>
                </a:solidFill>
                <a:latin typeface="Trebuchet MS"/>
                <a:cs typeface="Trebuchet MS"/>
              </a:rPr>
              <a:t> </a:t>
            </a:r>
            <a:r>
              <a:rPr sz="3250" b="1" spc="-20" dirty="0">
                <a:solidFill>
                  <a:srgbClr val="FAFAF6"/>
                </a:solidFill>
                <a:latin typeface="Arial"/>
                <a:cs typeface="Arial"/>
              </a:rPr>
              <a:t>M</a:t>
            </a:r>
            <a:r>
              <a:rPr sz="3350" b="1" spc="-20" dirty="0">
                <a:solidFill>
                  <a:srgbClr val="FAFAF6"/>
                </a:solidFill>
                <a:latin typeface="Tahoma"/>
                <a:cs typeface="Tahoma"/>
              </a:rPr>
              <a:t>ost </a:t>
            </a:r>
            <a:r>
              <a:rPr sz="3250" b="1" spc="-220" dirty="0">
                <a:solidFill>
                  <a:srgbClr val="FAFAF6"/>
                </a:solidFill>
                <a:latin typeface="Arial"/>
                <a:cs typeface="Arial"/>
              </a:rPr>
              <a:t>Ba</a:t>
            </a:r>
            <a:r>
              <a:rPr sz="3350" b="1" spc="-220" dirty="0">
                <a:solidFill>
                  <a:srgbClr val="FAFAF6"/>
                </a:solidFill>
                <a:latin typeface="Tahoma"/>
                <a:cs typeface="Tahoma"/>
              </a:rPr>
              <a:t>nk</a:t>
            </a:r>
            <a:r>
              <a:rPr sz="3250" b="1" spc="-220" dirty="0">
                <a:solidFill>
                  <a:srgbClr val="FAFAF6"/>
                </a:solidFill>
                <a:latin typeface="Arial"/>
                <a:cs typeface="Arial"/>
              </a:rPr>
              <a:t>ab</a:t>
            </a:r>
            <a:r>
              <a:rPr sz="3350" b="1" spc="-220" dirty="0">
                <a:solidFill>
                  <a:srgbClr val="FAFAF6"/>
                </a:solidFill>
                <a:latin typeface="Tahoma"/>
                <a:cs typeface="Tahoma"/>
              </a:rPr>
              <a:t>l</a:t>
            </a:r>
            <a:r>
              <a:rPr sz="3250" b="1" spc="-220" dirty="0">
                <a:solidFill>
                  <a:srgbClr val="FAFAF6"/>
                </a:solidFill>
                <a:latin typeface="Arial"/>
                <a:cs typeface="Arial"/>
              </a:rPr>
              <a:t>e </a:t>
            </a:r>
            <a:r>
              <a:rPr sz="3250" b="1" spc="-10" dirty="0">
                <a:solidFill>
                  <a:srgbClr val="FAFAF6"/>
                </a:solidFill>
                <a:latin typeface="Arial"/>
                <a:cs typeface="Arial"/>
              </a:rPr>
              <a:t>M</a:t>
            </a:r>
            <a:r>
              <a:rPr sz="3350" b="1" spc="-10" dirty="0">
                <a:solidFill>
                  <a:srgbClr val="FAFAF6"/>
                </a:solidFill>
                <a:latin typeface="Tahoma"/>
                <a:cs typeface="Tahoma"/>
              </a:rPr>
              <a:t>ovi</a:t>
            </a:r>
            <a:r>
              <a:rPr sz="3250" b="1" spc="-10" dirty="0">
                <a:solidFill>
                  <a:srgbClr val="FAFAF6"/>
                </a:solidFill>
                <a:latin typeface="Arial"/>
                <a:cs typeface="Arial"/>
              </a:rPr>
              <a:t>e</a:t>
            </a:r>
            <a:r>
              <a:rPr sz="3350" b="1" spc="-10" dirty="0">
                <a:solidFill>
                  <a:srgbClr val="FAFAF6"/>
                </a:solidFill>
                <a:latin typeface="Tahoma"/>
                <a:cs typeface="Tahoma"/>
              </a:rPr>
              <a:t>s</a:t>
            </a:r>
            <a:endParaRPr sz="33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31720" y="1068455"/>
            <a:ext cx="947419" cy="182245"/>
            <a:chOff x="4731720" y="1068455"/>
            <a:chExt cx="947419" cy="18224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1720" y="1068455"/>
              <a:ext cx="472214" cy="1822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23372" y="1083006"/>
              <a:ext cx="75200" cy="1674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7264" y="1120356"/>
              <a:ext cx="341277" cy="130311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56772" y="1068396"/>
            <a:ext cx="3098012" cy="182271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483100" y="1346200"/>
            <a:ext cx="6515100" cy="2984500"/>
            <a:chOff x="4483100" y="1346200"/>
            <a:chExt cx="6515100" cy="2984500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83100" y="1346200"/>
              <a:ext cx="6515100" cy="29845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73600" y="1498600"/>
              <a:ext cx="6146800" cy="261620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598814" y="7487399"/>
            <a:ext cx="15653385" cy="1657350"/>
            <a:chOff x="598814" y="7487399"/>
            <a:chExt cx="15653385" cy="1657350"/>
          </a:xfrm>
        </p:grpSpPr>
        <p:sp>
          <p:nvSpPr>
            <p:cNvPr id="14" name="object 14"/>
            <p:cNvSpPr/>
            <p:nvPr/>
          </p:nvSpPr>
          <p:spPr>
            <a:xfrm>
              <a:off x="609609" y="7498194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59" y="3989"/>
                  </a:lnTo>
                  <a:lnTo>
                    <a:pt x="208459" y="15538"/>
                  </a:lnTo>
                  <a:lnTo>
                    <a:pt x="164726" y="34021"/>
                  </a:lnTo>
                  <a:lnTo>
                    <a:pt x="124789" y="58808"/>
                  </a:lnTo>
                  <a:lnTo>
                    <a:pt x="89273" y="89273"/>
                  </a:lnTo>
                  <a:lnTo>
                    <a:pt x="58808" y="124789"/>
                  </a:lnTo>
                  <a:lnTo>
                    <a:pt x="34021" y="164726"/>
                  </a:lnTo>
                  <a:lnTo>
                    <a:pt x="15538" y="208459"/>
                  </a:lnTo>
                  <a:lnTo>
                    <a:pt x="3989" y="255359"/>
                  </a:lnTo>
                  <a:lnTo>
                    <a:pt x="0" y="304800"/>
                  </a:lnTo>
                  <a:lnTo>
                    <a:pt x="3989" y="354240"/>
                  </a:lnTo>
                  <a:lnTo>
                    <a:pt x="15538" y="401140"/>
                  </a:lnTo>
                  <a:lnTo>
                    <a:pt x="34021" y="444873"/>
                  </a:lnTo>
                  <a:lnTo>
                    <a:pt x="58808" y="484810"/>
                  </a:lnTo>
                  <a:lnTo>
                    <a:pt x="89273" y="520326"/>
                  </a:lnTo>
                  <a:lnTo>
                    <a:pt x="124789" y="550791"/>
                  </a:lnTo>
                  <a:lnTo>
                    <a:pt x="164726" y="575578"/>
                  </a:lnTo>
                  <a:lnTo>
                    <a:pt x="208459" y="594061"/>
                  </a:lnTo>
                  <a:lnTo>
                    <a:pt x="255359" y="605610"/>
                  </a:lnTo>
                  <a:lnTo>
                    <a:pt x="304800" y="609600"/>
                  </a:lnTo>
                  <a:lnTo>
                    <a:pt x="354240" y="605610"/>
                  </a:lnTo>
                  <a:lnTo>
                    <a:pt x="401140" y="594061"/>
                  </a:lnTo>
                  <a:lnTo>
                    <a:pt x="444873" y="575578"/>
                  </a:lnTo>
                  <a:lnTo>
                    <a:pt x="484810" y="550791"/>
                  </a:lnTo>
                  <a:lnTo>
                    <a:pt x="520326" y="520326"/>
                  </a:lnTo>
                  <a:lnTo>
                    <a:pt x="550791" y="484810"/>
                  </a:lnTo>
                  <a:lnTo>
                    <a:pt x="575578" y="444873"/>
                  </a:lnTo>
                  <a:lnTo>
                    <a:pt x="594061" y="401140"/>
                  </a:lnTo>
                  <a:lnTo>
                    <a:pt x="605610" y="354240"/>
                  </a:lnTo>
                  <a:lnTo>
                    <a:pt x="609600" y="304800"/>
                  </a:lnTo>
                  <a:lnTo>
                    <a:pt x="605610" y="255359"/>
                  </a:lnTo>
                  <a:lnTo>
                    <a:pt x="594061" y="208459"/>
                  </a:lnTo>
                  <a:lnTo>
                    <a:pt x="575578" y="164726"/>
                  </a:lnTo>
                  <a:lnTo>
                    <a:pt x="550791" y="124789"/>
                  </a:lnTo>
                  <a:lnTo>
                    <a:pt x="520326" y="89273"/>
                  </a:lnTo>
                  <a:lnTo>
                    <a:pt x="484810" y="58808"/>
                  </a:lnTo>
                  <a:lnTo>
                    <a:pt x="444873" y="34021"/>
                  </a:lnTo>
                  <a:lnTo>
                    <a:pt x="401140" y="15538"/>
                  </a:lnTo>
                  <a:lnTo>
                    <a:pt x="354240" y="3989"/>
                  </a:lnTo>
                  <a:lnTo>
                    <a:pt x="304800" y="0"/>
                  </a:lnTo>
                  <a:close/>
                </a:path>
              </a:pathLst>
            </a:custGeom>
            <a:ln w="21166">
              <a:solidFill>
                <a:srgbClr val="C26F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80179" y="7681077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496" y="316992"/>
                  </a:moveTo>
                  <a:lnTo>
                    <a:pt x="108399" y="308912"/>
                  </a:lnTo>
                  <a:lnTo>
                    <a:pt x="64890" y="286411"/>
                  </a:lnTo>
                  <a:lnTo>
                    <a:pt x="30580" y="252101"/>
                  </a:lnTo>
                  <a:lnTo>
                    <a:pt x="8080" y="208592"/>
                  </a:lnTo>
                  <a:lnTo>
                    <a:pt x="0" y="158495"/>
                  </a:lnTo>
                  <a:lnTo>
                    <a:pt x="8080" y="108398"/>
                  </a:lnTo>
                  <a:lnTo>
                    <a:pt x="30580" y="64890"/>
                  </a:lnTo>
                  <a:lnTo>
                    <a:pt x="64890" y="30580"/>
                  </a:lnTo>
                  <a:lnTo>
                    <a:pt x="108399" y="8080"/>
                  </a:lnTo>
                  <a:lnTo>
                    <a:pt x="158496" y="0"/>
                  </a:lnTo>
                  <a:lnTo>
                    <a:pt x="208593" y="8080"/>
                  </a:lnTo>
                  <a:lnTo>
                    <a:pt x="252101" y="30580"/>
                  </a:lnTo>
                  <a:lnTo>
                    <a:pt x="286411" y="64890"/>
                  </a:lnTo>
                  <a:lnTo>
                    <a:pt x="308911" y="108398"/>
                  </a:lnTo>
                  <a:lnTo>
                    <a:pt x="316991" y="158495"/>
                  </a:lnTo>
                  <a:lnTo>
                    <a:pt x="308911" y="208592"/>
                  </a:lnTo>
                  <a:lnTo>
                    <a:pt x="286411" y="252101"/>
                  </a:lnTo>
                  <a:lnTo>
                    <a:pt x="252101" y="286411"/>
                  </a:lnTo>
                  <a:lnTo>
                    <a:pt x="208593" y="308912"/>
                  </a:lnTo>
                  <a:lnTo>
                    <a:pt x="158496" y="316992"/>
                  </a:lnTo>
                  <a:close/>
                </a:path>
              </a:pathLst>
            </a:custGeom>
            <a:solidFill>
              <a:srgbClr val="C26F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84382" y="8193148"/>
              <a:ext cx="12167870" cy="951230"/>
            </a:xfrm>
            <a:custGeom>
              <a:avLst/>
              <a:gdLst/>
              <a:ahLst/>
              <a:cxnLst/>
              <a:rect l="l" t="t" r="r" b="b"/>
              <a:pathLst>
                <a:path w="12167869" h="951229">
                  <a:moveTo>
                    <a:pt x="12167743" y="950976"/>
                  </a:moveTo>
                  <a:lnTo>
                    <a:pt x="0" y="950976"/>
                  </a:lnTo>
                  <a:lnTo>
                    <a:pt x="0" y="0"/>
                  </a:lnTo>
                  <a:lnTo>
                    <a:pt x="12167743" y="0"/>
                  </a:lnTo>
                  <a:lnTo>
                    <a:pt x="12167743" y="950976"/>
                  </a:lnTo>
                  <a:close/>
                </a:path>
              </a:pathLst>
            </a:custGeom>
            <a:solidFill>
              <a:srgbClr val="D6EC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01027" y="8574156"/>
              <a:ext cx="1891196" cy="21278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61809" y="8572447"/>
              <a:ext cx="1685481" cy="18392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13669" y="8563316"/>
              <a:ext cx="2268673" cy="19305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748996" y="8575805"/>
              <a:ext cx="1344891" cy="22586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174652" y="8574163"/>
              <a:ext cx="537845" cy="182245"/>
            </a:xfrm>
            <a:custGeom>
              <a:avLst/>
              <a:gdLst/>
              <a:ahLst/>
              <a:cxnLst/>
              <a:rect l="l" t="t" r="r" b="b"/>
              <a:pathLst>
                <a:path w="537845" h="182245">
                  <a:moveTo>
                    <a:pt x="187871" y="55079"/>
                  </a:moveTo>
                  <a:lnTo>
                    <a:pt x="164477" y="55079"/>
                  </a:lnTo>
                  <a:lnTo>
                    <a:pt x="111404" y="158229"/>
                  </a:lnTo>
                  <a:lnTo>
                    <a:pt x="110642" y="158229"/>
                  </a:lnTo>
                  <a:lnTo>
                    <a:pt x="105397" y="55079"/>
                  </a:lnTo>
                  <a:lnTo>
                    <a:pt x="81356" y="55079"/>
                  </a:lnTo>
                  <a:lnTo>
                    <a:pt x="26212" y="156819"/>
                  </a:lnTo>
                  <a:lnTo>
                    <a:pt x="25692" y="156819"/>
                  </a:lnTo>
                  <a:lnTo>
                    <a:pt x="23863" y="55079"/>
                  </a:lnTo>
                  <a:lnTo>
                    <a:pt x="0" y="55079"/>
                  </a:lnTo>
                  <a:lnTo>
                    <a:pt x="5778" y="179501"/>
                  </a:lnTo>
                  <a:lnTo>
                    <a:pt x="31521" y="179501"/>
                  </a:lnTo>
                  <a:lnTo>
                    <a:pt x="87426" y="77520"/>
                  </a:lnTo>
                  <a:lnTo>
                    <a:pt x="88366" y="77520"/>
                  </a:lnTo>
                  <a:lnTo>
                    <a:pt x="92900" y="179501"/>
                  </a:lnTo>
                  <a:lnTo>
                    <a:pt x="119646" y="179501"/>
                  </a:lnTo>
                  <a:lnTo>
                    <a:pt x="187871" y="55079"/>
                  </a:lnTo>
                  <a:close/>
                </a:path>
                <a:path w="537845" h="182245">
                  <a:moveTo>
                    <a:pt x="291680" y="98463"/>
                  </a:moveTo>
                  <a:lnTo>
                    <a:pt x="273710" y="59969"/>
                  </a:lnTo>
                  <a:lnTo>
                    <a:pt x="269709" y="57734"/>
                  </a:lnTo>
                  <a:lnTo>
                    <a:pt x="269709" y="100012"/>
                  </a:lnTo>
                  <a:lnTo>
                    <a:pt x="269214" y="108064"/>
                  </a:lnTo>
                  <a:lnTo>
                    <a:pt x="251485" y="148539"/>
                  </a:lnTo>
                  <a:lnTo>
                    <a:pt x="224523" y="163830"/>
                  </a:lnTo>
                  <a:lnTo>
                    <a:pt x="207911" y="163830"/>
                  </a:lnTo>
                  <a:lnTo>
                    <a:pt x="185801" y="134429"/>
                  </a:lnTo>
                  <a:lnTo>
                    <a:pt x="186309" y="126326"/>
                  </a:lnTo>
                  <a:lnTo>
                    <a:pt x="204114" y="86029"/>
                  </a:lnTo>
                  <a:lnTo>
                    <a:pt x="231330" y="70751"/>
                  </a:lnTo>
                  <a:lnTo>
                    <a:pt x="247827" y="70751"/>
                  </a:lnTo>
                  <a:lnTo>
                    <a:pt x="254393" y="72720"/>
                  </a:lnTo>
                  <a:lnTo>
                    <a:pt x="264045" y="80568"/>
                  </a:lnTo>
                  <a:lnTo>
                    <a:pt x="267106" y="86029"/>
                  </a:lnTo>
                  <a:lnTo>
                    <a:pt x="269709" y="100012"/>
                  </a:lnTo>
                  <a:lnTo>
                    <a:pt x="269709" y="57734"/>
                  </a:lnTo>
                  <a:lnTo>
                    <a:pt x="267411" y="56438"/>
                  </a:lnTo>
                  <a:lnTo>
                    <a:pt x="260400" y="53911"/>
                  </a:lnTo>
                  <a:lnTo>
                    <a:pt x="252679" y="52400"/>
                  </a:lnTo>
                  <a:lnTo>
                    <a:pt x="244259" y="51904"/>
                  </a:lnTo>
                  <a:lnTo>
                    <a:pt x="235496" y="52400"/>
                  </a:lnTo>
                  <a:lnTo>
                    <a:pt x="195770" y="69723"/>
                  </a:lnTo>
                  <a:lnTo>
                    <a:pt x="169722" y="107670"/>
                  </a:lnTo>
                  <a:lnTo>
                    <a:pt x="169608" y="108064"/>
                  </a:lnTo>
                  <a:lnTo>
                    <a:pt x="166839" y="117170"/>
                  </a:lnTo>
                  <a:lnTo>
                    <a:pt x="164960" y="126695"/>
                  </a:lnTo>
                  <a:lnTo>
                    <a:pt x="164299" y="134429"/>
                  </a:lnTo>
                  <a:lnTo>
                    <a:pt x="164211" y="136004"/>
                  </a:lnTo>
                  <a:lnTo>
                    <a:pt x="164553" y="143903"/>
                  </a:lnTo>
                  <a:lnTo>
                    <a:pt x="188328" y="177736"/>
                  </a:lnTo>
                  <a:lnTo>
                    <a:pt x="211683" y="182206"/>
                  </a:lnTo>
                  <a:lnTo>
                    <a:pt x="220357" y="181711"/>
                  </a:lnTo>
                  <a:lnTo>
                    <a:pt x="259956" y="164604"/>
                  </a:lnTo>
                  <a:lnTo>
                    <a:pt x="260794" y="163830"/>
                  </a:lnTo>
                  <a:lnTo>
                    <a:pt x="266547" y="158521"/>
                  </a:lnTo>
                  <a:lnTo>
                    <a:pt x="289090" y="117170"/>
                  </a:lnTo>
                  <a:lnTo>
                    <a:pt x="291617" y="100012"/>
                  </a:lnTo>
                  <a:lnTo>
                    <a:pt x="291680" y="98463"/>
                  </a:lnTo>
                  <a:close/>
                </a:path>
                <a:path w="537845" h="182245">
                  <a:moveTo>
                    <a:pt x="397687" y="53606"/>
                  </a:moveTo>
                  <a:lnTo>
                    <a:pt x="391617" y="52489"/>
                  </a:lnTo>
                  <a:lnTo>
                    <a:pt x="379298" y="52374"/>
                  </a:lnTo>
                  <a:lnTo>
                    <a:pt x="371449" y="54508"/>
                  </a:lnTo>
                  <a:lnTo>
                    <a:pt x="344601" y="77292"/>
                  </a:lnTo>
                  <a:lnTo>
                    <a:pt x="344068" y="77292"/>
                  </a:lnTo>
                  <a:lnTo>
                    <a:pt x="348437" y="55079"/>
                  </a:lnTo>
                  <a:lnTo>
                    <a:pt x="328396" y="55079"/>
                  </a:lnTo>
                  <a:lnTo>
                    <a:pt x="297294" y="179501"/>
                  </a:lnTo>
                  <a:lnTo>
                    <a:pt x="318503" y="179501"/>
                  </a:lnTo>
                  <a:lnTo>
                    <a:pt x="337058" y="105308"/>
                  </a:lnTo>
                  <a:lnTo>
                    <a:pt x="340512" y="97688"/>
                  </a:lnTo>
                  <a:lnTo>
                    <a:pt x="349859" y="85001"/>
                  </a:lnTo>
                  <a:lnTo>
                    <a:pt x="355307" y="80200"/>
                  </a:lnTo>
                  <a:lnTo>
                    <a:pt x="367753" y="73634"/>
                  </a:lnTo>
                  <a:lnTo>
                    <a:pt x="374294" y="71983"/>
                  </a:lnTo>
                  <a:lnTo>
                    <a:pt x="385724" y="71983"/>
                  </a:lnTo>
                  <a:lnTo>
                    <a:pt x="389610" y="72402"/>
                  </a:lnTo>
                  <a:lnTo>
                    <a:pt x="392785" y="73228"/>
                  </a:lnTo>
                  <a:lnTo>
                    <a:pt x="397687" y="53606"/>
                  </a:lnTo>
                  <a:close/>
                </a:path>
                <a:path w="537845" h="182245">
                  <a:moveTo>
                    <a:pt x="518274" y="55079"/>
                  </a:moveTo>
                  <a:lnTo>
                    <a:pt x="488823" y="55079"/>
                  </a:lnTo>
                  <a:lnTo>
                    <a:pt x="427494" y="102501"/>
                  </a:lnTo>
                  <a:lnTo>
                    <a:pt x="427024" y="102501"/>
                  </a:lnTo>
                  <a:lnTo>
                    <a:pt x="452653" y="0"/>
                  </a:lnTo>
                  <a:lnTo>
                    <a:pt x="431380" y="0"/>
                  </a:lnTo>
                  <a:lnTo>
                    <a:pt x="386486" y="179501"/>
                  </a:lnTo>
                  <a:lnTo>
                    <a:pt x="407758" y="179501"/>
                  </a:lnTo>
                  <a:lnTo>
                    <a:pt x="422541" y="120357"/>
                  </a:lnTo>
                  <a:lnTo>
                    <a:pt x="423011" y="120357"/>
                  </a:lnTo>
                  <a:lnTo>
                    <a:pt x="463435" y="179501"/>
                  </a:lnTo>
                  <a:lnTo>
                    <a:pt x="492061" y="179501"/>
                  </a:lnTo>
                  <a:lnTo>
                    <a:pt x="444284" y="110921"/>
                  </a:lnTo>
                  <a:lnTo>
                    <a:pt x="518274" y="55079"/>
                  </a:lnTo>
                  <a:close/>
                </a:path>
                <a:path w="537845" h="182245">
                  <a:moveTo>
                    <a:pt x="537375" y="162420"/>
                  </a:moveTo>
                  <a:lnTo>
                    <a:pt x="536790" y="158864"/>
                  </a:lnTo>
                  <a:lnTo>
                    <a:pt x="532307" y="153085"/>
                  </a:lnTo>
                  <a:lnTo>
                    <a:pt x="529043" y="151638"/>
                  </a:lnTo>
                  <a:lnTo>
                    <a:pt x="520522" y="151638"/>
                  </a:lnTo>
                  <a:lnTo>
                    <a:pt x="516559" y="153085"/>
                  </a:lnTo>
                  <a:lnTo>
                    <a:pt x="509181" y="158864"/>
                  </a:lnTo>
                  <a:lnTo>
                    <a:pt x="506806" y="162420"/>
                  </a:lnTo>
                  <a:lnTo>
                    <a:pt x="504685" y="170942"/>
                  </a:lnTo>
                  <a:lnTo>
                    <a:pt x="505244" y="174548"/>
                  </a:lnTo>
                  <a:lnTo>
                    <a:pt x="509689" y="180479"/>
                  </a:lnTo>
                  <a:lnTo>
                    <a:pt x="512927" y="181978"/>
                  </a:lnTo>
                  <a:lnTo>
                    <a:pt x="517169" y="181978"/>
                  </a:lnTo>
                  <a:lnTo>
                    <a:pt x="521563" y="181978"/>
                  </a:lnTo>
                  <a:lnTo>
                    <a:pt x="525589" y="180479"/>
                  </a:lnTo>
                  <a:lnTo>
                    <a:pt x="532892" y="174548"/>
                  </a:lnTo>
                  <a:lnTo>
                    <a:pt x="535254" y="170942"/>
                  </a:lnTo>
                  <a:lnTo>
                    <a:pt x="537375" y="162420"/>
                  </a:lnTo>
                  <a:close/>
                </a:path>
              </a:pathLst>
            </a:custGeom>
            <a:solidFill>
              <a:srgbClr val="0A3C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96133" y="8864222"/>
              <a:ext cx="1120276" cy="13349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041900" y="1734187"/>
            <a:ext cx="3011805" cy="143891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SELECT</a:t>
            </a:r>
            <a:r>
              <a:rPr sz="1900" spc="-34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70" dirty="0">
                <a:solidFill>
                  <a:srgbClr val="D6ECE9"/>
                </a:solidFill>
                <a:latin typeface="Lucida Sans Unicode"/>
                <a:cs typeface="Lucida Sans Unicode"/>
              </a:rPr>
              <a:t>original_title,</a:t>
            </a:r>
            <a:r>
              <a:rPr sz="1900" spc="-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00" dirty="0">
                <a:solidFill>
                  <a:srgbClr val="D6ECE9"/>
                </a:solidFill>
                <a:latin typeface="Lucida Sans Unicode"/>
                <a:cs typeface="Lucida Sans Unicode"/>
              </a:rPr>
              <a:t>revenue</a:t>
            </a:r>
            <a:endParaRPr sz="19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900" spc="-65" dirty="0">
                <a:solidFill>
                  <a:srgbClr val="D6ECE9"/>
                </a:solidFill>
                <a:latin typeface="Lucida Sans Unicode"/>
                <a:cs typeface="Lucida Sans Unicode"/>
              </a:rPr>
              <a:t>FROM</a:t>
            </a:r>
            <a:r>
              <a:rPr sz="1900" spc="-22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D6ECE9"/>
                </a:solidFill>
                <a:latin typeface="Lucida Sans Unicode"/>
                <a:cs typeface="Lucida Sans Unicode"/>
              </a:rPr>
              <a:t>movies</a:t>
            </a:r>
            <a:endParaRPr sz="19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900" spc="-85" dirty="0">
                <a:solidFill>
                  <a:srgbClr val="D6ECE9"/>
                </a:solidFill>
                <a:latin typeface="Lucida Sans Unicode"/>
                <a:cs typeface="Lucida Sans Unicode"/>
              </a:rPr>
              <a:t>ORDER</a:t>
            </a:r>
            <a:r>
              <a:rPr sz="1900" spc="-24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55" dirty="0">
                <a:solidFill>
                  <a:srgbClr val="D6ECE9"/>
                </a:solidFill>
                <a:latin typeface="Lucida Sans Unicode"/>
                <a:cs typeface="Lucida Sans Unicode"/>
              </a:rPr>
              <a:t>BY</a:t>
            </a:r>
            <a:r>
              <a:rPr lang="en-US" sz="1900" spc="-5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55" dirty="0">
                <a:solidFill>
                  <a:srgbClr val="D6ECE9"/>
                </a:solidFill>
                <a:latin typeface="Lucida Sans Unicode"/>
                <a:cs typeface="Lucida Sans Unicode"/>
              </a:rPr>
              <a:t>revenue</a:t>
            </a:r>
            <a:r>
              <a:rPr lang="en-US" sz="1900" spc="-5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7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DESC</a:t>
            </a:r>
            <a:endParaRPr sz="19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900" spc="-110" dirty="0">
                <a:solidFill>
                  <a:srgbClr val="D6ECE9"/>
                </a:solidFill>
                <a:latin typeface="Lucida Sans Unicode"/>
                <a:cs typeface="Lucida Sans Unicode"/>
              </a:rPr>
              <a:t>LIMIT</a:t>
            </a:r>
            <a:r>
              <a:rPr sz="1900" spc="-24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850" spc="-35" dirty="0">
                <a:solidFill>
                  <a:srgbClr val="D6ECE9"/>
                </a:solidFill>
                <a:latin typeface="Lucida Sans Unicode"/>
                <a:cs typeface="Lucida Sans Unicode"/>
              </a:rPr>
              <a:t>3</a:t>
            </a:r>
            <a:r>
              <a:rPr sz="1900" spc="-35" dirty="0">
                <a:solidFill>
                  <a:srgbClr val="D6ECE9"/>
                </a:solidFill>
                <a:latin typeface="Lucida Sans Unicode"/>
                <a:cs typeface="Lucida Sans Unicode"/>
              </a:rPr>
              <a:t>;</a:t>
            </a:r>
            <a:endParaRPr sz="1900" dirty="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137900" y="1527651"/>
            <a:ext cx="1879600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40" dirty="0">
                <a:solidFill>
                  <a:srgbClr val="C26F3C"/>
                </a:solidFill>
                <a:latin typeface="Arial"/>
                <a:cs typeface="Arial"/>
              </a:rPr>
              <a:t>H</a:t>
            </a:r>
            <a:r>
              <a:rPr sz="1550" b="1" spc="-13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45" dirty="0">
                <a:solidFill>
                  <a:srgbClr val="C26F3C"/>
                </a:solidFill>
                <a:latin typeface="Arial"/>
                <a:cs typeface="Arial"/>
              </a:rPr>
              <a:t>O</a:t>
            </a:r>
            <a:r>
              <a:rPr sz="1550" b="1" spc="-204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290" dirty="0">
                <a:solidFill>
                  <a:srgbClr val="C26F3C"/>
                </a:solidFill>
                <a:latin typeface="Arial"/>
                <a:cs typeface="Arial"/>
              </a:rPr>
              <a:t>W</a:t>
            </a:r>
            <a:r>
              <a:rPr sz="1550" b="1" spc="31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90" dirty="0">
                <a:solidFill>
                  <a:srgbClr val="C26F3C"/>
                </a:solidFill>
                <a:latin typeface="Arial"/>
                <a:cs typeface="Arial"/>
              </a:rPr>
              <a:t>I</a:t>
            </a:r>
            <a:r>
              <a:rPr sz="1550" b="1" spc="-17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55" dirty="0">
                <a:solidFill>
                  <a:srgbClr val="C26F3C"/>
                </a:solidFill>
                <a:latin typeface="Arial"/>
                <a:cs typeface="Arial"/>
              </a:rPr>
              <a:t>T</a:t>
            </a:r>
            <a:r>
              <a:rPr sz="1550" b="1" spc="47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145" dirty="0">
                <a:solidFill>
                  <a:srgbClr val="C26F3C"/>
                </a:solidFill>
                <a:latin typeface="Arial"/>
                <a:cs typeface="Arial"/>
              </a:rPr>
              <a:t>WO</a:t>
            </a:r>
            <a:r>
              <a:rPr sz="1550" b="1" spc="-21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35" dirty="0">
                <a:solidFill>
                  <a:srgbClr val="C26F3C"/>
                </a:solidFill>
                <a:latin typeface="Arial"/>
                <a:cs typeface="Arial"/>
              </a:rPr>
              <a:t>KS</a:t>
            </a:r>
            <a:endParaRPr sz="15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137900" y="1890814"/>
            <a:ext cx="4680585" cy="1851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54000" marR="5080" indent="-241300">
              <a:lnSpc>
                <a:spcPts val="2000"/>
              </a:lnSpc>
              <a:spcBef>
                <a:spcPts val="310"/>
              </a:spcBef>
              <a:buChar char="•"/>
              <a:tabLst>
                <a:tab pos="254000" algn="l"/>
              </a:tabLst>
            </a:pP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Same</a:t>
            </a:r>
            <a:r>
              <a:rPr sz="1800" spc="-21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5" dirty="0">
                <a:solidFill>
                  <a:srgbClr val="202F2E"/>
                </a:solidFill>
                <a:latin typeface="Lucida Sans Unicode"/>
                <a:cs typeface="Lucida Sans Unicode"/>
              </a:rPr>
              <a:t>pattern</a:t>
            </a:r>
            <a:r>
              <a:rPr sz="1800" spc="-18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95" dirty="0">
                <a:solidFill>
                  <a:srgbClr val="202F2E"/>
                </a:solidFill>
                <a:latin typeface="Lucida Sans Unicode"/>
                <a:cs typeface="Lucida Sans Unicode"/>
              </a:rPr>
              <a:t>as</a:t>
            </a:r>
            <a:r>
              <a:rPr sz="1800" spc="-1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25" dirty="0">
                <a:solidFill>
                  <a:srgbClr val="202F2E"/>
                </a:solidFill>
                <a:latin typeface="Lucida Sans Unicode"/>
                <a:cs typeface="Lucida Sans Unicode"/>
              </a:rPr>
              <a:t>Query</a:t>
            </a:r>
            <a:r>
              <a:rPr sz="1800" spc="-20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H:</a:t>
            </a:r>
            <a:r>
              <a:rPr sz="1800" spc="-1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70" dirty="0">
                <a:solidFill>
                  <a:srgbClr val="202F2E"/>
                </a:solidFill>
                <a:latin typeface="Lucida Sans Unicode"/>
                <a:cs typeface="Lucida Sans Unicode"/>
              </a:rPr>
              <a:t>ORDER</a:t>
            </a:r>
            <a:r>
              <a:rPr sz="1800" spc="-17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70" dirty="0">
                <a:solidFill>
                  <a:srgbClr val="202F2E"/>
                </a:solidFill>
                <a:latin typeface="Lucida Sans Unicode"/>
                <a:cs typeface="Lucida Sans Unicode"/>
              </a:rPr>
              <a:t>BY</a:t>
            </a:r>
            <a:r>
              <a:rPr sz="1800" spc="-26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...</a:t>
            </a:r>
            <a:r>
              <a:rPr sz="1800" spc="-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202F2E"/>
                </a:solidFill>
                <a:latin typeface="Lucida Sans Unicode"/>
                <a:cs typeface="Lucida Sans Unicode"/>
              </a:rPr>
              <a:t>DESC, </a:t>
            </a:r>
            <a:r>
              <a:rPr sz="1800" spc="-160" dirty="0">
                <a:solidFill>
                  <a:srgbClr val="202F2E"/>
                </a:solidFill>
                <a:latin typeface="Lucida Sans Unicode"/>
                <a:cs typeface="Lucida Sans Unicode"/>
              </a:rPr>
              <a:t>then</a:t>
            </a:r>
            <a:r>
              <a:rPr sz="1800" spc="-17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LIMIT</a:t>
            </a:r>
            <a:r>
              <a:rPr sz="1800" spc="-24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750" spc="-25" dirty="0">
                <a:solidFill>
                  <a:srgbClr val="202F2E"/>
                </a:solidFill>
                <a:latin typeface="Lucida Sans Unicode"/>
                <a:cs typeface="Lucida Sans Unicode"/>
              </a:rPr>
              <a:t>3</a:t>
            </a:r>
            <a:r>
              <a:rPr sz="1800" spc="-25" dirty="0">
                <a:solidFill>
                  <a:srgbClr val="202F2E"/>
                </a:solidFill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254000" marR="749300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spc="-110" dirty="0">
                <a:solidFill>
                  <a:srgbClr val="202F2E"/>
                </a:solidFill>
                <a:latin typeface="Lucida Sans Unicode"/>
                <a:cs typeface="Lucida Sans Unicode"/>
              </a:rPr>
              <a:t>Sorted</a:t>
            </a:r>
            <a:r>
              <a:rPr sz="1800" spc="-20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60" dirty="0">
                <a:solidFill>
                  <a:srgbClr val="202F2E"/>
                </a:solidFill>
                <a:latin typeface="Lucida Sans Unicode"/>
                <a:cs typeface="Lucida Sans Unicode"/>
              </a:rPr>
              <a:t>on</a:t>
            </a:r>
            <a:r>
              <a:rPr sz="1800" spc="-17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10" dirty="0">
                <a:solidFill>
                  <a:srgbClr val="202F2E"/>
                </a:solidFill>
                <a:latin typeface="Lucida Sans Unicode"/>
                <a:cs typeface="Lucida Sans Unicode"/>
              </a:rPr>
              <a:t>revenue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5" dirty="0">
                <a:solidFill>
                  <a:srgbClr val="202F2E"/>
                </a:solidFill>
                <a:latin typeface="Lucida Sans Unicode"/>
                <a:cs typeface="Lucida Sans Unicode"/>
              </a:rPr>
              <a:t>this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0" dirty="0">
                <a:solidFill>
                  <a:srgbClr val="202F2E"/>
                </a:solidFill>
                <a:latin typeface="Lucida Sans Unicode"/>
                <a:cs typeface="Lucida Sans Unicode"/>
              </a:rPr>
              <a:t>time,</a:t>
            </a:r>
            <a:r>
              <a:rPr sz="1800" spc="-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5" dirty="0">
                <a:solidFill>
                  <a:srgbClr val="202F2E"/>
                </a:solidFill>
                <a:latin typeface="Lucida Sans Unicode"/>
                <a:cs typeface="Lucida Sans Unicode"/>
              </a:rPr>
              <a:t>instead</a:t>
            </a:r>
            <a:r>
              <a:rPr sz="1800" spc="-20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202F2E"/>
                </a:solidFill>
                <a:latin typeface="Lucida Sans Unicode"/>
                <a:cs typeface="Lucida Sans Unicode"/>
              </a:rPr>
              <a:t>of </a:t>
            </a:r>
            <a:r>
              <a:rPr sz="1800" spc="-70" dirty="0">
                <a:solidFill>
                  <a:srgbClr val="202F2E"/>
                </a:solidFill>
                <a:latin typeface="Lucida Sans Unicode"/>
                <a:cs typeface="Lucida Sans Unicode"/>
              </a:rPr>
              <a:t>popularity.</a:t>
            </a:r>
            <a:endParaRPr sz="1800">
              <a:latin typeface="Lucida Sans Unicode"/>
              <a:cs typeface="Lucida Sans Unicode"/>
            </a:endParaRPr>
          </a:p>
          <a:p>
            <a:pPr marL="254000" marR="271145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spc="-110" dirty="0">
                <a:solidFill>
                  <a:srgbClr val="202F2E"/>
                </a:solidFill>
                <a:latin typeface="Lucida Sans Unicode"/>
                <a:cs typeface="Lucida Sans Unicode"/>
              </a:rPr>
              <a:t>“Bankable”</a:t>
            </a:r>
            <a:r>
              <a:rPr sz="1800" spc="-7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5" dirty="0">
                <a:solidFill>
                  <a:srgbClr val="202F2E"/>
                </a:solidFill>
                <a:latin typeface="Lucida Sans Unicode"/>
                <a:cs typeface="Lucida Sans Unicode"/>
              </a:rPr>
              <a:t>is</a:t>
            </a:r>
            <a:r>
              <a:rPr sz="1800" spc="-18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interpreted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20" dirty="0">
                <a:solidFill>
                  <a:srgbClr val="202F2E"/>
                </a:solidFill>
                <a:latin typeface="Lucida Sans Unicode"/>
                <a:cs typeface="Lucida Sans Unicode"/>
              </a:rPr>
              <a:t>here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95" dirty="0">
                <a:solidFill>
                  <a:srgbClr val="202F2E"/>
                </a:solidFill>
                <a:latin typeface="Lucida Sans Unicode"/>
                <a:cs typeface="Lucida Sans Unicode"/>
              </a:rPr>
              <a:t>as</a:t>
            </a:r>
            <a:r>
              <a:rPr sz="1800" spc="-18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35" dirty="0">
                <a:solidFill>
                  <a:srgbClr val="202F2E"/>
                </a:solidFill>
                <a:latin typeface="Lucida Sans Unicode"/>
                <a:cs typeface="Lucida Sans Unicode"/>
              </a:rPr>
              <a:t>box-</a:t>
            </a:r>
            <a:r>
              <a:rPr sz="1800" spc="-70" dirty="0">
                <a:solidFill>
                  <a:srgbClr val="202F2E"/>
                </a:solidFill>
                <a:latin typeface="Lucida Sans Unicode"/>
                <a:cs typeface="Lucida Sans Unicode"/>
              </a:rPr>
              <a:t>office </a:t>
            </a:r>
            <a:r>
              <a:rPr sz="1800" spc="-10" dirty="0">
                <a:solidFill>
                  <a:srgbClr val="202F2E"/>
                </a:solidFill>
                <a:latin typeface="Lucida Sans Unicode"/>
                <a:cs typeface="Lucida Sans Unicode"/>
              </a:rPr>
              <a:t>revenue.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73600" y="4905851"/>
            <a:ext cx="940435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110" dirty="0">
                <a:solidFill>
                  <a:srgbClr val="C26F3C"/>
                </a:solidFill>
                <a:latin typeface="Arial"/>
                <a:cs typeface="Arial"/>
              </a:rPr>
              <a:t>E</a:t>
            </a:r>
            <a:r>
              <a:rPr sz="1550" b="1" spc="-16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C26F3C"/>
                </a:solidFill>
                <a:latin typeface="Arial"/>
                <a:cs typeface="Arial"/>
              </a:rPr>
              <a:t>S</a:t>
            </a:r>
            <a:r>
              <a:rPr sz="1550" b="1" spc="-22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30" dirty="0">
                <a:solidFill>
                  <a:srgbClr val="C26F3C"/>
                </a:solidFill>
                <a:latin typeface="Arial"/>
                <a:cs typeface="Arial"/>
              </a:rPr>
              <a:t>U</a:t>
            </a:r>
            <a:r>
              <a:rPr sz="1550" b="1" spc="-14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70" dirty="0">
                <a:solidFill>
                  <a:srgbClr val="C26F3C"/>
                </a:solidFill>
                <a:latin typeface="Arial"/>
                <a:cs typeface="Arial"/>
              </a:rPr>
              <a:t>LT</a:t>
            </a:r>
            <a:endParaRPr sz="155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483100" y="5194300"/>
            <a:ext cx="6515100" cy="2438400"/>
            <a:chOff x="4483100" y="5194300"/>
            <a:chExt cx="6515100" cy="2438400"/>
          </a:xfrm>
        </p:grpSpPr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83100" y="5194300"/>
              <a:ext cx="6515100" cy="24384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73600" y="5359400"/>
              <a:ext cx="6146800" cy="204470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5041900" y="5876003"/>
            <a:ext cx="2708275" cy="9398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66065" indent="-253365">
              <a:lnSpc>
                <a:spcPct val="100000"/>
              </a:lnSpc>
              <a:spcBef>
                <a:spcPts val="330"/>
              </a:spcBef>
              <a:buClr>
                <a:srgbClr val="C26F3C"/>
              </a:buClr>
              <a:buSzPct val="97222"/>
              <a:buFont typeface="Arial"/>
              <a:buAutoNum type="arabicPeriod"/>
              <a:tabLst>
                <a:tab pos="266065" algn="l"/>
              </a:tabLst>
            </a:pPr>
            <a:r>
              <a:rPr sz="1800" b="1" spc="-95" dirty="0">
                <a:solidFill>
                  <a:srgbClr val="0A3C41"/>
                </a:solidFill>
                <a:latin typeface="Verdana"/>
                <a:cs typeface="Verdana"/>
              </a:rPr>
              <a:t>A</a:t>
            </a:r>
            <a:r>
              <a:rPr sz="1800" b="1" spc="-95" dirty="0">
                <a:solidFill>
                  <a:srgbClr val="0A3C41"/>
                </a:solidFill>
                <a:latin typeface="Arial"/>
                <a:cs typeface="Arial"/>
              </a:rPr>
              <a:t>v</a:t>
            </a:r>
            <a:r>
              <a:rPr sz="1800" b="1" spc="-95" dirty="0">
                <a:solidFill>
                  <a:srgbClr val="0A3C41"/>
                </a:solidFill>
                <a:latin typeface="Verdana"/>
                <a:cs typeface="Verdana"/>
              </a:rPr>
              <a:t>a</a:t>
            </a:r>
            <a:r>
              <a:rPr sz="1800" b="1" spc="-95" dirty="0">
                <a:solidFill>
                  <a:srgbClr val="0A3C41"/>
                </a:solidFill>
                <a:latin typeface="Arial"/>
                <a:cs typeface="Arial"/>
              </a:rPr>
              <a:t>t</a:t>
            </a:r>
            <a:r>
              <a:rPr sz="1800" b="1" spc="-95" dirty="0">
                <a:solidFill>
                  <a:srgbClr val="0A3C41"/>
                </a:solidFill>
                <a:latin typeface="Verdana"/>
                <a:cs typeface="Verdana"/>
              </a:rPr>
              <a:t>a</a:t>
            </a:r>
            <a:r>
              <a:rPr sz="1800" b="1" spc="-95" dirty="0">
                <a:solidFill>
                  <a:srgbClr val="0A3C41"/>
                </a:solidFill>
                <a:latin typeface="Arial"/>
                <a:cs typeface="Arial"/>
              </a:rPr>
              <a:t>r</a:t>
            </a:r>
            <a:r>
              <a:rPr sz="1800" b="1" spc="25" dirty="0">
                <a:solidFill>
                  <a:srgbClr val="0A3C41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5C726F"/>
                </a:solidFill>
                <a:latin typeface="Lucida Sans Unicode"/>
                <a:cs typeface="Lucida Sans Unicode"/>
              </a:rPr>
              <a:t>—</a:t>
            </a:r>
            <a:r>
              <a:rPr sz="1800" spc="-114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5C726F"/>
                </a:solidFill>
                <a:latin typeface="Lucida Sans Unicode"/>
                <a:cs typeface="Lucida Sans Unicode"/>
              </a:rPr>
              <a:t>$</a:t>
            </a:r>
            <a:r>
              <a:rPr sz="1650" spc="-10" dirty="0">
                <a:solidFill>
                  <a:srgbClr val="5C726F"/>
                </a:solidFill>
                <a:latin typeface="Lucida Sans Unicode"/>
                <a:cs typeface="Lucida Sans Unicode"/>
              </a:rPr>
              <a:t>2</a:t>
            </a:r>
            <a:r>
              <a:rPr sz="1800" spc="-10" dirty="0">
                <a:solidFill>
                  <a:srgbClr val="5C726F"/>
                </a:solidFill>
                <a:latin typeface="Lucida Sans Unicode"/>
                <a:cs typeface="Lucida Sans Unicode"/>
              </a:rPr>
              <a:t>.</a:t>
            </a:r>
            <a:r>
              <a:rPr sz="1650" spc="-10" dirty="0">
                <a:solidFill>
                  <a:srgbClr val="5C726F"/>
                </a:solidFill>
                <a:latin typeface="Lucida Sans Unicode"/>
                <a:cs typeface="Lucida Sans Unicode"/>
              </a:rPr>
              <a:t>79B</a:t>
            </a:r>
            <a:endParaRPr sz="1650">
              <a:latin typeface="Lucida Sans Unicode"/>
              <a:cs typeface="Lucida Sans Unicode"/>
            </a:endParaRPr>
          </a:p>
          <a:p>
            <a:pPr marL="303530" indent="-290830">
              <a:lnSpc>
                <a:spcPct val="100000"/>
              </a:lnSpc>
              <a:spcBef>
                <a:spcPts val="240"/>
              </a:spcBef>
              <a:buClr>
                <a:srgbClr val="C26F3C"/>
              </a:buClr>
              <a:buSzPct val="97222"/>
              <a:buFont typeface="Arial"/>
              <a:buAutoNum type="arabicPeriod"/>
              <a:tabLst>
                <a:tab pos="303530" algn="l"/>
              </a:tabLst>
            </a:pPr>
            <a:r>
              <a:rPr sz="1800" b="1" spc="-90" dirty="0">
                <a:solidFill>
                  <a:srgbClr val="0A3C41"/>
                </a:solidFill>
                <a:latin typeface="Verdana"/>
                <a:cs typeface="Verdana"/>
              </a:rPr>
              <a:t>T</a:t>
            </a:r>
            <a:r>
              <a:rPr sz="1800" b="1" spc="-90" dirty="0">
                <a:solidFill>
                  <a:srgbClr val="0A3C41"/>
                </a:solidFill>
                <a:latin typeface="Arial"/>
                <a:cs typeface="Arial"/>
              </a:rPr>
              <a:t>it</a:t>
            </a:r>
            <a:r>
              <a:rPr sz="1800" b="1" spc="-90" dirty="0">
                <a:solidFill>
                  <a:srgbClr val="0A3C41"/>
                </a:solidFill>
                <a:latin typeface="Verdana"/>
                <a:cs typeface="Verdana"/>
              </a:rPr>
              <a:t>a</a:t>
            </a:r>
            <a:r>
              <a:rPr sz="1800" b="1" spc="-90" dirty="0">
                <a:solidFill>
                  <a:srgbClr val="0A3C41"/>
                </a:solidFill>
                <a:latin typeface="Arial"/>
                <a:cs typeface="Arial"/>
              </a:rPr>
              <a:t>ni</a:t>
            </a:r>
            <a:r>
              <a:rPr sz="1800" b="1" spc="-90" dirty="0">
                <a:solidFill>
                  <a:srgbClr val="0A3C41"/>
                </a:solidFill>
                <a:latin typeface="Verdana"/>
                <a:cs typeface="Verdana"/>
              </a:rPr>
              <a:t>c</a:t>
            </a:r>
            <a:r>
              <a:rPr sz="1800" b="1" spc="-50" dirty="0">
                <a:solidFill>
                  <a:srgbClr val="0A3C41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5C726F"/>
                </a:solidFill>
                <a:latin typeface="Lucida Sans Unicode"/>
                <a:cs typeface="Lucida Sans Unicode"/>
              </a:rPr>
              <a:t>—</a:t>
            </a:r>
            <a:r>
              <a:rPr sz="1800" spc="-6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5C726F"/>
                </a:solidFill>
                <a:latin typeface="Lucida Sans Unicode"/>
                <a:cs typeface="Lucida Sans Unicode"/>
              </a:rPr>
              <a:t>$</a:t>
            </a:r>
            <a:r>
              <a:rPr sz="1650" spc="-10" dirty="0">
                <a:solidFill>
                  <a:srgbClr val="5C726F"/>
                </a:solidFill>
                <a:latin typeface="Lucida Sans Unicode"/>
                <a:cs typeface="Lucida Sans Unicode"/>
              </a:rPr>
              <a:t>1</a:t>
            </a:r>
            <a:r>
              <a:rPr sz="1800" spc="-10" dirty="0">
                <a:solidFill>
                  <a:srgbClr val="5C726F"/>
                </a:solidFill>
                <a:latin typeface="Lucida Sans Unicode"/>
                <a:cs typeface="Lucida Sans Unicode"/>
              </a:rPr>
              <a:t>.</a:t>
            </a:r>
            <a:r>
              <a:rPr sz="1650" spc="-10" dirty="0">
                <a:solidFill>
                  <a:srgbClr val="5C726F"/>
                </a:solidFill>
                <a:latin typeface="Lucida Sans Unicode"/>
                <a:cs typeface="Lucida Sans Unicode"/>
              </a:rPr>
              <a:t>85B</a:t>
            </a:r>
            <a:endParaRPr sz="1650">
              <a:latin typeface="Lucida Sans Unicode"/>
              <a:cs typeface="Lucida Sans Unicode"/>
            </a:endParaRPr>
          </a:p>
          <a:p>
            <a:pPr marL="304165" indent="-291465">
              <a:lnSpc>
                <a:spcPct val="100000"/>
              </a:lnSpc>
              <a:spcBef>
                <a:spcPts val="240"/>
              </a:spcBef>
              <a:buClr>
                <a:srgbClr val="C26F3C"/>
              </a:buClr>
              <a:buSzPct val="97222"/>
              <a:buFont typeface="Arial"/>
              <a:buAutoNum type="arabicPeriod"/>
              <a:tabLst>
                <a:tab pos="304165" algn="l"/>
              </a:tabLst>
            </a:pPr>
            <a:r>
              <a:rPr sz="1800" b="1" spc="-150" dirty="0">
                <a:solidFill>
                  <a:srgbClr val="0A3C41"/>
                </a:solidFill>
                <a:latin typeface="Verdana"/>
                <a:cs typeface="Verdana"/>
              </a:rPr>
              <a:t>T</a:t>
            </a:r>
            <a:r>
              <a:rPr sz="1800" b="1" spc="-150" dirty="0">
                <a:solidFill>
                  <a:srgbClr val="0A3C41"/>
                </a:solidFill>
                <a:latin typeface="Arial"/>
                <a:cs typeface="Arial"/>
              </a:rPr>
              <a:t>h</a:t>
            </a:r>
            <a:r>
              <a:rPr sz="1800" b="1" spc="-150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1800" b="1" spc="-320" dirty="0">
                <a:solidFill>
                  <a:srgbClr val="0A3C41"/>
                </a:solidFill>
                <a:latin typeface="Verdana"/>
                <a:cs typeface="Verdana"/>
              </a:rPr>
              <a:t> </a:t>
            </a:r>
            <a:r>
              <a:rPr sz="1800" b="1" spc="-114" dirty="0">
                <a:solidFill>
                  <a:srgbClr val="0A3C41"/>
                </a:solidFill>
                <a:latin typeface="Verdana"/>
                <a:cs typeface="Verdana"/>
              </a:rPr>
              <a:t>A</a:t>
            </a:r>
            <a:r>
              <a:rPr sz="1800" b="1" spc="-114" dirty="0">
                <a:solidFill>
                  <a:srgbClr val="0A3C41"/>
                </a:solidFill>
                <a:latin typeface="Arial"/>
                <a:cs typeface="Arial"/>
              </a:rPr>
              <a:t>v</a:t>
            </a:r>
            <a:r>
              <a:rPr sz="1800" b="1" spc="-114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1800" b="1" spc="-114" dirty="0">
                <a:solidFill>
                  <a:srgbClr val="0A3C41"/>
                </a:solidFill>
                <a:latin typeface="Arial"/>
                <a:cs typeface="Arial"/>
              </a:rPr>
              <a:t>ng</a:t>
            </a:r>
            <a:r>
              <a:rPr sz="1800" b="1" spc="-114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1800" b="1" spc="-114" dirty="0">
                <a:solidFill>
                  <a:srgbClr val="0A3C41"/>
                </a:solidFill>
                <a:latin typeface="Arial"/>
                <a:cs typeface="Arial"/>
              </a:rPr>
              <a:t>rs</a:t>
            </a:r>
            <a:r>
              <a:rPr sz="1800" b="1" spc="80" dirty="0">
                <a:solidFill>
                  <a:srgbClr val="0A3C41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5C726F"/>
                </a:solidFill>
                <a:latin typeface="Lucida Sans Unicode"/>
                <a:cs typeface="Lucida Sans Unicode"/>
              </a:rPr>
              <a:t>—</a:t>
            </a:r>
            <a:r>
              <a:rPr sz="1800" spc="-114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140" dirty="0">
                <a:solidFill>
                  <a:srgbClr val="5C726F"/>
                </a:solidFill>
                <a:latin typeface="Lucida Sans Unicode"/>
                <a:cs typeface="Lucida Sans Unicode"/>
              </a:rPr>
              <a:t>$</a:t>
            </a:r>
            <a:r>
              <a:rPr sz="1650" spc="-140" dirty="0">
                <a:solidFill>
                  <a:srgbClr val="5C726F"/>
                </a:solidFill>
                <a:latin typeface="Lucida Sans Unicode"/>
                <a:cs typeface="Lucida Sans Unicode"/>
              </a:rPr>
              <a:t>1</a:t>
            </a:r>
            <a:r>
              <a:rPr sz="1800" spc="-140" dirty="0">
                <a:solidFill>
                  <a:srgbClr val="5C726F"/>
                </a:solidFill>
                <a:latin typeface="Lucida Sans Unicode"/>
                <a:cs typeface="Lucida Sans Unicode"/>
              </a:rPr>
              <a:t>.</a:t>
            </a:r>
            <a:r>
              <a:rPr sz="1650" spc="-140" dirty="0">
                <a:solidFill>
                  <a:srgbClr val="5C726F"/>
                </a:solidFill>
                <a:latin typeface="Lucida Sans Unicode"/>
                <a:cs typeface="Lucida Sans Unicode"/>
              </a:rPr>
              <a:t>52B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spc="-434" dirty="0"/>
              <a:t>11</a:t>
            </a:fld>
            <a:endParaRPr spc="-4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9" y="731531"/>
            <a:ext cx="756285" cy="756285"/>
          </a:xfrm>
          <a:prstGeom prst="rect">
            <a:avLst/>
          </a:prstGeom>
          <a:solidFill>
            <a:srgbClr val="C26F3C"/>
          </a:solidFill>
        </p:spPr>
        <p:txBody>
          <a:bodyPr vert="horz" wrap="square" lIns="0" tIns="100330" rIns="0" bIns="0" rtlCol="0">
            <a:spAutoFit/>
          </a:bodyPr>
          <a:lstStyle/>
          <a:p>
            <a:pPr marR="5715" algn="ctr">
              <a:lnSpc>
                <a:spcPct val="100000"/>
              </a:lnSpc>
              <a:spcBef>
                <a:spcPts val="790"/>
              </a:spcBef>
            </a:pPr>
            <a:r>
              <a:rPr sz="3350" b="1" spc="-50" dirty="0">
                <a:solidFill>
                  <a:srgbClr val="072529"/>
                </a:solidFill>
                <a:latin typeface="Arial"/>
                <a:cs typeface="Arial"/>
              </a:rPr>
              <a:t>J</a:t>
            </a:r>
            <a:endParaRPr sz="33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6900" y="1970430"/>
            <a:ext cx="215328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60" dirty="0">
                <a:solidFill>
                  <a:srgbClr val="DFA06A"/>
                </a:solidFill>
                <a:latin typeface="Arial"/>
                <a:cs typeface="Arial"/>
              </a:rPr>
              <a:t>RANKI</a:t>
            </a:r>
            <a:r>
              <a:rPr sz="1650" b="1" spc="-229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45" dirty="0">
                <a:solidFill>
                  <a:srgbClr val="DFA06A"/>
                </a:solidFill>
                <a:latin typeface="Arial"/>
                <a:cs typeface="Arial"/>
              </a:rPr>
              <a:t>N</a:t>
            </a:r>
            <a:r>
              <a:rPr sz="1650" b="1" spc="-21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DFA06A"/>
                </a:solidFill>
                <a:latin typeface="Arial"/>
                <a:cs typeface="Arial"/>
              </a:rPr>
              <a:t>G</a:t>
            </a:r>
            <a:r>
              <a:rPr sz="1650" b="1" spc="7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DFA06A"/>
                </a:solidFill>
                <a:latin typeface="Arial Black"/>
                <a:cs typeface="Arial Black"/>
              </a:rPr>
              <a:t>&amp;</a:t>
            </a:r>
            <a:r>
              <a:rPr sz="1650" spc="-10" dirty="0">
                <a:solidFill>
                  <a:srgbClr val="DFA06A"/>
                </a:solidFill>
                <a:latin typeface="Arial Black"/>
                <a:cs typeface="Arial Black"/>
              </a:rPr>
              <a:t> </a:t>
            </a:r>
            <a:r>
              <a:rPr sz="1650" b="1" spc="95" dirty="0">
                <a:solidFill>
                  <a:srgbClr val="DFA06A"/>
                </a:solidFill>
                <a:latin typeface="Arial"/>
                <a:cs typeface="Arial"/>
              </a:rPr>
              <a:t>TOP</a:t>
            </a:r>
            <a:r>
              <a:rPr sz="1650" b="1" spc="95" dirty="0">
                <a:solidFill>
                  <a:srgbClr val="DFA06A"/>
                </a:solidFill>
                <a:latin typeface="Trebuchet MS"/>
                <a:cs typeface="Trebuchet MS"/>
              </a:rPr>
              <a:t>-</a:t>
            </a:r>
            <a:r>
              <a:rPr sz="1650" b="1" spc="-315" dirty="0">
                <a:solidFill>
                  <a:srgbClr val="DFA06A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DFA06A"/>
                </a:solidFill>
                <a:latin typeface="Arial"/>
                <a:cs typeface="Arial"/>
              </a:rPr>
              <a:t>N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900" y="2418974"/>
            <a:ext cx="2226310" cy="144843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570"/>
              </a:spcBef>
            </a:pPr>
            <a:r>
              <a:rPr sz="3250" b="1" spc="-185" dirty="0">
                <a:solidFill>
                  <a:srgbClr val="FAFAF6"/>
                </a:solidFill>
                <a:latin typeface="Arial"/>
                <a:cs typeface="Arial"/>
              </a:rPr>
              <a:t>Be</a:t>
            </a:r>
            <a:r>
              <a:rPr sz="3350" b="1" spc="-185" dirty="0">
                <a:solidFill>
                  <a:srgbClr val="FAFAF6"/>
                </a:solidFill>
                <a:latin typeface="Tahoma"/>
                <a:cs typeface="Tahoma"/>
              </a:rPr>
              <a:t>st</a:t>
            </a:r>
            <a:r>
              <a:rPr sz="3050" b="1" spc="-185" dirty="0">
                <a:solidFill>
                  <a:srgbClr val="FAFAF6"/>
                </a:solidFill>
                <a:latin typeface="Roboto Cn"/>
                <a:cs typeface="Roboto Cn"/>
              </a:rPr>
              <a:t>-</a:t>
            </a:r>
            <a:r>
              <a:rPr sz="3250" b="1" spc="-10" dirty="0">
                <a:solidFill>
                  <a:srgbClr val="FAFAF6"/>
                </a:solidFill>
                <a:latin typeface="Arial"/>
                <a:cs typeface="Arial"/>
              </a:rPr>
              <a:t>Ra</a:t>
            </a:r>
            <a:r>
              <a:rPr sz="3350" b="1" spc="-10" dirty="0">
                <a:solidFill>
                  <a:srgbClr val="FAFAF6"/>
                </a:solidFill>
                <a:latin typeface="Tahoma"/>
                <a:cs typeface="Tahoma"/>
              </a:rPr>
              <a:t>t</a:t>
            </a:r>
            <a:r>
              <a:rPr sz="3250" b="1" spc="-10" dirty="0">
                <a:solidFill>
                  <a:srgbClr val="FAFAF6"/>
                </a:solidFill>
                <a:latin typeface="Arial"/>
                <a:cs typeface="Arial"/>
              </a:rPr>
              <a:t>ed </a:t>
            </a:r>
            <a:r>
              <a:rPr sz="3250" b="1" spc="-155" dirty="0">
                <a:solidFill>
                  <a:srgbClr val="FAFAF6"/>
                </a:solidFill>
                <a:latin typeface="Arial"/>
                <a:cs typeface="Arial"/>
              </a:rPr>
              <a:t>M</a:t>
            </a:r>
            <a:r>
              <a:rPr sz="3350" b="1" spc="-155" dirty="0">
                <a:solidFill>
                  <a:srgbClr val="FAFAF6"/>
                </a:solidFill>
                <a:latin typeface="Tahoma"/>
                <a:cs typeface="Tahoma"/>
              </a:rPr>
              <a:t>ovi</a:t>
            </a:r>
            <a:r>
              <a:rPr sz="3250" b="1" spc="-155" dirty="0">
                <a:solidFill>
                  <a:srgbClr val="FAFAF6"/>
                </a:solidFill>
                <a:latin typeface="Arial"/>
                <a:cs typeface="Arial"/>
              </a:rPr>
              <a:t>e</a:t>
            </a:r>
            <a:r>
              <a:rPr sz="3250" b="1" spc="-405" dirty="0">
                <a:solidFill>
                  <a:srgbClr val="FAFAF6"/>
                </a:solidFill>
                <a:latin typeface="Arial"/>
                <a:cs typeface="Arial"/>
              </a:rPr>
              <a:t> </a:t>
            </a:r>
            <a:r>
              <a:rPr sz="3250" b="1" spc="-190" dirty="0">
                <a:solidFill>
                  <a:srgbClr val="FAFAF6"/>
                </a:solidFill>
                <a:latin typeface="Arial"/>
                <a:cs typeface="Arial"/>
              </a:rPr>
              <a:t>S</a:t>
            </a:r>
            <a:r>
              <a:rPr sz="3350" b="1" spc="-190" dirty="0">
                <a:solidFill>
                  <a:srgbClr val="FAFAF6"/>
                </a:solidFill>
                <a:latin typeface="Tahoma"/>
                <a:cs typeface="Tahoma"/>
              </a:rPr>
              <a:t>in</a:t>
            </a:r>
            <a:r>
              <a:rPr sz="3250" b="1" spc="-190" dirty="0">
                <a:solidFill>
                  <a:srgbClr val="FAFAF6"/>
                </a:solidFill>
                <a:latin typeface="Arial"/>
                <a:cs typeface="Arial"/>
              </a:rPr>
              <a:t>ce </a:t>
            </a:r>
            <a:r>
              <a:rPr sz="3250" b="1" spc="70" dirty="0">
                <a:solidFill>
                  <a:srgbClr val="FAFAF6"/>
                </a:solidFill>
                <a:latin typeface="Trebuchet MS"/>
                <a:cs typeface="Trebuchet MS"/>
              </a:rPr>
              <a:t>2000</a:t>
            </a:r>
            <a:endParaRPr sz="325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31720" y="1068455"/>
            <a:ext cx="770890" cy="182245"/>
            <a:chOff x="4731720" y="1068455"/>
            <a:chExt cx="770890" cy="18224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1720" y="1068455"/>
              <a:ext cx="472214" cy="1822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23372" y="1083006"/>
              <a:ext cx="75200" cy="1674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5085" y="1071931"/>
              <a:ext cx="167502" cy="178147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78972" y="1068455"/>
            <a:ext cx="2842769" cy="22998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8504361" y="1083006"/>
            <a:ext cx="450850" cy="168275"/>
            <a:chOff x="8504361" y="1083006"/>
            <a:chExt cx="450850" cy="16827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04361" y="1120356"/>
              <a:ext cx="240882" cy="13031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66672" y="1083006"/>
              <a:ext cx="188469" cy="167484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20854" y="1071931"/>
            <a:ext cx="1482873" cy="22710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583828" y="1073050"/>
            <a:ext cx="288295" cy="208191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0945009" y="1070105"/>
            <a:ext cx="729615" cy="180975"/>
            <a:chOff x="10945009" y="1070105"/>
            <a:chExt cx="729615" cy="180975"/>
          </a:xfrm>
        </p:grpSpPr>
        <p:sp>
          <p:nvSpPr>
            <p:cNvPr id="16" name="object 16"/>
            <p:cNvSpPr/>
            <p:nvPr/>
          </p:nvSpPr>
          <p:spPr>
            <a:xfrm>
              <a:off x="10945000" y="1070114"/>
              <a:ext cx="600710" cy="180975"/>
            </a:xfrm>
            <a:custGeom>
              <a:avLst/>
              <a:gdLst/>
              <a:ahLst/>
              <a:cxnLst/>
              <a:rect l="l" t="t" r="r" b="b"/>
              <a:pathLst>
                <a:path w="600709" h="180975">
                  <a:moveTo>
                    <a:pt x="146202" y="36474"/>
                  </a:moveTo>
                  <a:lnTo>
                    <a:pt x="123329" y="4025"/>
                  </a:lnTo>
                  <a:lnTo>
                    <a:pt x="101625" y="406"/>
                  </a:lnTo>
                  <a:lnTo>
                    <a:pt x="93510" y="812"/>
                  </a:lnTo>
                  <a:lnTo>
                    <a:pt x="52235" y="18770"/>
                  </a:lnTo>
                  <a:lnTo>
                    <a:pt x="31280" y="47536"/>
                  </a:lnTo>
                  <a:lnTo>
                    <a:pt x="51142" y="52425"/>
                  </a:lnTo>
                  <a:lnTo>
                    <a:pt x="54965" y="45377"/>
                  </a:lnTo>
                  <a:lnTo>
                    <a:pt x="59372" y="39128"/>
                  </a:lnTo>
                  <a:lnTo>
                    <a:pt x="96088" y="20561"/>
                  </a:lnTo>
                  <a:lnTo>
                    <a:pt x="106337" y="20561"/>
                  </a:lnTo>
                  <a:lnTo>
                    <a:pt x="113665" y="23368"/>
                  </a:lnTo>
                  <a:lnTo>
                    <a:pt x="122504" y="34556"/>
                  </a:lnTo>
                  <a:lnTo>
                    <a:pt x="123596" y="41846"/>
                  </a:lnTo>
                  <a:lnTo>
                    <a:pt x="119519" y="58140"/>
                  </a:lnTo>
                  <a:lnTo>
                    <a:pt x="94551" y="91389"/>
                  </a:lnTo>
                  <a:lnTo>
                    <a:pt x="48780" y="128778"/>
                  </a:lnTo>
                  <a:lnTo>
                    <a:pt x="15240" y="152120"/>
                  </a:lnTo>
                  <a:lnTo>
                    <a:pt x="4775" y="158762"/>
                  </a:lnTo>
                  <a:lnTo>
                    <a:pt x="0" y="177850"/>
                  </a:lnTo>
                  <a:lnTo>
                    <a:pt x="112699" y="177850"/>
                  </a:lnTo>
                  <a:lnTo>
                    <a:pt x="117652" y="158051"/>
                  </a:lnTo>
                  <a:lnTo>
                    <a:pt x="38823" y="158051"/>
                  </a:lnTo>
                  <a:lnTo>
                    <a:pt x="38887" y="157822"/>
                  </a:lnTo>
                  <a:lnTo>
                    <a:pt x="70167" y="134899"/>
                  </a:lnTo>
                  <a:lnTo>
                    <a:pt x="101155" y="109512"/>
                  </a:lnTo>
                  <a:lnTo>
                    <a:pt x="131140" y="78295"/>
                  </a:lnTo>
                  <a:lnTo>
                    <a:pt x="145859" y="43002"/>
                  </a:lnTo>
                  <a:lnTo>
                    <a:pt x="146202" y="36474"/>
                  </a:lnTo>
                  <a:close/>
                </a:path>
                <a:path w="600709" h="180975">
                  <a:moveTo>
                    <a:pt x="295783" y="54140"/>
                  </a:moveTo>
                  <a:lnTo>
                    <a:pt x="295706" y="52895"/>
                  </a:lnTo>
                  <a:lnTo>
                    <a:pt x="295224" y="43586"/>
                  </a:lnTo>
                  <a:lnTo>
                    <a:pt x="293547" y="33921"/>
                  </a:lnTo>
                  <a:lnTo>
                    <a:pt x="272592" y="5257"/>
                  </a:lnTo>
                  <a:lnTo>
                    <a:pt x="272592" y="61163"/>
                  </a:lnTo>
                  <a:lnTo>
                    <a:pt x="271919" y="70104"/>
                  </a:lnTo>
                  <a:lnTo>
                    <a:pt x="261899" y="110147"/>
                  </a:lnTo>
                  <a:lnTo>
                    <a:pt x="239293" y="147243"/>
                  </a:lnTo>
                  <a:lnTo>
                    <a:pt x="208864" y="160947"/>
                  </a:lnTo>
                  <a:lnTo>
                    <a:pt x="199948" y="160947"/>
                  </a:lnTo>
                  <a:lnTo>
                    <a:pt x="180987" y="134835"/>
                  </a:lnTo>
                  <a:lnTo>
                    <a:pt x="180174" y="127533"/>
                  </a:lnTo>
                  <a:lnTo>
                    <a:pt x="180174" y="118960"/>
                  </a:lnTo>
                  <a:lnTo>
                    <a:pt x="180911" y="110147"/>
                  </a:lnTo>
                  <a:lnTo>
                    <a:pt x="190982" y="70104"/>
                  </a:lnTo>
                  <a:lnTo>
                    <a:pt x="203708" y="45402"/>
                  </a:lnTo>
                  <a:lnTo>
                    <a:pt x="208521" y="39014"/>
                  </a:lnTo>
                  <a:lnTo>
                    <a:pt x="244094" y="19850"/>
                  </a:lnTo>
                  <a:lnTo>
                    <a:pt x="252691" y="19850"/>
                  </a:lnTo>
                  <a:lnTo>
                    <a:pt x="259410" y="22720"/>
                  </a:lnTo>
                  <a:lnTo>
                    <a:pt x="264236" y="28448"/>
                  </a:lnTo>
                  <a:lnTo>
                    <a:pt x="267500" y="33185"/>
                  </a:lnTo>
                  <a:lnTo>
                    <a:pt x="267563" y="33350"/>
                  </a:lnTo>
                  <a:lnTo>
                    <a:pt x="269951" y="38836"/>
                  </a:lnTo>
                  <a:lnTo>
                    <a:pt x="272592" y="61163"/>
                  </a:lnTo>
                  <a:lnTo>
                    <a:pt x="272592" y="5257"/>
                  </a:lnTo>
                  <a:lnTo>
                    <a:pt x="267703" y="2895"/>
                  </a:lnTo>
                  <a:lnTo>
                    <a:pt x="258991" y="723"/>
                  </a:lnTo>
                  <a:lnTo>
                    <a:pt x="249097" y="0"/>
                  </a:lnTo>
                  <a:lnTo>
                    <a:pt x="238836" y="723"/>
                  </a:lnTo>
                  <a:lnTo>
                    <a:pt x="202311" y="17932"/>
                  </a:lnTo>
                  <a:lnTo>
                    <a:pt x="175069" y="54140"/>
                  </a:lnTo>
                  <a:lnTo>
                    <a:pt x="162026" y="90017"/>
                  </a:lnTo>
                  <a:lnTo>
                    <a:pt x="157010" y="126390"/>
                  </a:lnTo>
                  <a:lnTo>
                    <a:pt x="157073" y="127533"/>
                  </a:lnTo>
                  <a:lnTo>
                    <a:pt x="157556" y="136969"/>
                  </a:lnTo>
                  <a:lnTo>
                    <a:pt x="177876" y="174028"/>
                  </a:lnTo>
                  <a:lnTo>
                    <a:pt x="203911" y="180555"/>
                  </a:lnTo>
                  <a:lnTo>
                    <a:pt x="214096" y="179832"/>
                  </a:lnTo>
                  <a:lnTo>
                    <a:pt x="250494" y="162598"/>
                  </a:lnTo>
                  <a:lnTo>
                    <a:pt x="277723" y="126390"/>
                  </a:lnTo>
                  <a:lnTo>
                    <a:pt x="290931" y="90017"/>
                  </a:lnTo>
                  <a:lnTo>
                    <a:pt x="295249" y="65392"/>
                  </a:lnTo>
                  <a:lnTo>
                    <a:pt x="295783" y="54140"/>
                  </a:lnTo>
                  <a:close/>
                </a:path>
                <a:path w="600709" h="180975">
                  <a:moveTo>
                    <a:pt x="448183" y="54140"/>
                  </a:moveTo>
                  <a:lnTo>
                    <a:pt x="448106" y="52895"/>
                  </a:lnTo>
                  <a:lnTo>
                    <a:pt x="447624" y="43586"/>
                  </a:lnTo>
                  <a:lnTo>
                    <a:pt x="445947" y="33921"/>
                  </a:lnTo>
                  <a:lnTo>
                    <a:pt x="424992" y="5257"/>
                  </a:lnTo>
                  <a:lnTo>
                    <a:pt x="424992" y="61163"/>
                  </a:lnTo>
                  <a:lnTo>
                    <a:pt x="424319" y="70104"/>
                  </a:lnTo>
                  <a:lnTo>
                    <a:pt x="414299" y="110147"/>
                  </a:lnTo>
                  <a:lnTo>
                    <a:pt x="391693" y="147243"/>
                  </a:lnTo>
                  <a:lnTo>
                    <a:pt x="361264" y="160947"/>
                  </a:lnTo>
                  <a:lnTo>
                    <a:pt x="352348" y="160947"/>
                  </a:lnTo>
                  <a:lnTo>
                    <a:pt x="333387" y="134835"/>
                  </a:lnTo>
                  <a:lnTo>
                    <a:pt x="332574" y="127533"/>
                  </a:lnTo>
                  <a:lnTo>
                    <a:pt x="332574" y="118960"/>
                  </a:lnTo>
                  <a:lnTo>
                    <a:pt x="333311" y="110147"/>
                  </a:lnTo>
                  <a:lnTo>
                    <a:pt x="343382" y="70104"/>
                  </a:lnTo>
                  <a:lnTo>
                    <a:pt x="356108" y="45402"/>
                  </a:lnTo>
                  <a:lnTo>
                    <a:pt x="360921" y="39014"/>
                  </a:lnTo>
                  <a:lnTo>
                    <a:pt x="396494" y="19850"/>
                  </a:lnTo>
                  <a:lnTo>
                    <a:pt x="405091" y="19850"/>
                  </a:lnTo>
                  <a:lnTo>
                    <a:pt x="411810" y="22720"/>
                  </a:lnTo>
                  <a:lnTo>
                    <a:pt x="416636" y="28448"/>
                  </a:lnTo>
                  <a:lnTo>
                    <a:pt x="419900" y="33185"/>
                  </a:lnTo>
                  <a:lnTo>
                    <a:pt x="419963" y="33350"/>
                  </a:lnTo>
                  <a:lnTo>
                    <a:pt x="422351" y="38836"/>
                  </a:lnTo>
                  <a:lnTo>
                    <a:pt x="424992" y="61163"/>
                  </a:lnTo>
                  <a:lnTo>
                    <a:pt x="424992" y="5257"/>
                  </a:lnTo>
                  <a:lnTo>
                    <a:pt x="420103" y="2895"/>
                  </a:lnTo>
                  <a:lnTo>
                    <a:pt x="411391" y="723"/>
                  </a:lnTo>
                  <a:lnTo>
                    <a:pt x="401497" y="0"/>
                  </a:lnTo>
                  <a:lnTo>
                    <a:pt x="391236" y="723"/>
                  </a:lnTo>
                  <a:lnTo>
                    <a:pt x="354711" y="17932"/>
                  </a:lnTo>
                  <a:lnTo>
                    <a:pt x="327469" y="54140"/>
                  </a:lnTo>
                  <a:lnTo>
                    <a:pt x="314426" y="90017"/>
                  </a:lnTo>
                  <a:lnTo>
                    <a:pt x="309410" y="126390"/>
                  </a:lnTo>
                  <a:lnTo>
                    <a:pt x="309473" y="127533"/>
                  </a:lnTo>
                  <a:lnTo>
                    <a:pt x="309956" y="136969"/>
                  </a:lnTo>
                  <a:lnTo>
                    <a:pt x="330276" y="174028"/>
                  </a:lnTo>
                  <a:lnTo>
                    <a:pt x="356311" y="180555"/>
                  </a:lnTo>
                  <a:lnTo>
                    <a:pt x="366496" y="179832"/>
                  </a:lnTo>
                  <a:lnTo>
                    <a:pt x="402894" y="162598"/>
                  </a:lnTo>
                  <a:lnTo>
                    <a:pt x="430123" y="126390"/>
                  </a:lnTo>
                  <a:lnTo>
                    <a:pt x="443331" y="90017"/>
                  </a:lnTo>
                  <a:lnTo>
                    <a:pt x="447649" y="65392"/>
                  </a:lnTo>
                  <a:lnTo>
                    <a:pt x="448183" y="54140"/>
                  </a:lnTo>
                  <a:close/>
                </a:path>
                <a:path w="600709" h="180975">
                  <a:moveTo>
                    <a:pt x="600583" y="54140"/>
                  </a:moveTo>
                  <a:lnTo>
                    <a:pt x="600506" y="52895"/>
                  </a:lnTo>
                  <a:lnTo>
                    <a:pt x="600024" y="43586"/>
                  </a:lnTo>
                  <a:lnTo>
                    <a:pt x="598347" y="33921"/>
                  </a:lnTo>
                  <a:lnTo>
                    <a:pt x="577392" y="5257"/>
                  </a:lnTo>
                  <a:lnTo>
                    <a:pt x="577392" y="61163"/>
                  </a:lnTo>
                  <a:lnTo>
                    <a:pt x="576719" y="70104"/>
                  </a:lnTo>
                  <a:lnTo>
                    <a:pt x="566699" y="110147"/>
                  </a:lnTo>
                  <a:lnTo>
                    <a:pt x="544093" y="147243"/>
                  </a:lnTo>
                  <a:lnTo>
                    <a:pt x="513664" y="160947"/>
                  </a:lnTo>
                  <a:lnTo>
                    <a:pt x="504748" y="160947"/>
                  </a:lnTo>
                  <a:lnTo>
                    <a:pt x="485787" y="134835"/>
                  </a:lnTo>
                  <a:lnTo>
                    <a:pt x="484974" y="127533"/>
                  </a:lnTo>
                  <a:lnTo>
                    <a:pt x="484974" y="118960"/>
                  </a:lnTo>
                  <a:lnTo>
                    <a:pt x="485711" y="110147"/>
                  </a:lnTo>
                  <a:lnTo>
                    <a:pt x="495782" y="70104"/>
                  </a:lnTo>
                  <a:lnTo>
                    <a:pt x="508508" y="45402"/>
                  </a:lnTo>
                  <a:lnTo>
                    <a:pt x="513321" y="39014"/>
                  </a:lnTo>
                  <a:lnTo>
                    <a:pt x="548894" y="19850"/>
                  </a:lnTo>
                  <a:lnTo>
                    <a:pt x="557491" y="19850"/>
                  </a:lnTo>
                  <a:lnTo>
                    <a:pt x="564210" y="22720"/>
                  </a:lnTo>
                  <a:lnTo>
                    <a:pt x="569036" y="28448"/>
                  </a:lnTo>
                  <a:lnTo>
                    <a:pt x="572300" y="33185"/>
                  </a:lnTo>
                  <a:lnTo>
                    <a:pt x="572363" y="33350"/>
                  </a:lnTo>
                  <a:lnTo>
                    <a:pt x="574751" y="38836"/>
                  </a:lnTo>
                  <a:lnTo>
                    <a:pt x="577392" y="61163"/>
                  </a:lnTo>
                  <a:lnTo>
                    <a:pt x="577392" y="5257"/>
                  </a:lnTo>
                  <a:lnTo>
                    <a:pt x="572503" y="2895"/>
                  </a:lnTo>
                  <a:lnTo>
                    <a:pt x="563791" y="723"/>
                  </a:lnTo>
                  <a:lnTo>
                    <a:pt x="553897" y="0"/>
                  </a:lnTo>
                  <a:lnTo>
                    <a:pt x="543636" y="723"/>
                  </a:lnTo>
                  <a:lnTo>
                    <a:pt x="507111" y="17932"/>
                  </a:lnTo>
                  <a:lnTo>
                    <a:pt x="479869" y="54140"/>
                  </a:lnTo>
                  <a:lnTo>
                    <a:pt x="466826" y="90017"/>
                  </a:lnTo>
                  <a:lnTo>
                    <a:pt x="461810" y="126390"/>
                  </a:lnTo>
                  <a:lnTo>
                    <a:pt x="461873" y="127533"/>
                  </a:lnTo>
                  <a:lnTo>
                    <a:pt x="462356" y="136969"/>
                  </a:lnTo>
                  <a:lnTo>
                    <a:pt x="482676" y="174028"/>
                  </a:lnTo>
                  <a:lnTo>
                    <a:pt x="508711" y="180555"/>
                  </a:lnTo>
                  <a:lnTo>
                    <a:pt x="518896" y="179832"/>
                  </a:lnTo>
                  <a:lnTo>
                    <a:pt x="555294" y="162598"/>
                  </a:lnTo>
                  <a:lnTo>
                    <a:pt x="582523" y="126390"/>
                  </a:lnTo>
                  <a:lnTo>
                    <a:pt x="595731" y="90017"/>
                  </a:lnTo>
                  <a:lnTo>
                    <a:pt x="600049" y="65392"/>
                  </a:lnTo>
                  <a:lnTo>
                    <a:pt x="600583" y="54140"/>
                  </a:lnTo>
                  <a:close/>
                </a:path>
              </a:pathLst>
            </a:custGeom>
            <a:solidFill>
              <a:srgbClr val="5C72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571678" y="1070576"/>
              <a:ext cx="102505" cy="179620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4483100" y="1346200"/>
            <a:ext cx="6515100" cy="3479800"/>
            <a:chOff x="4483100" y="1346200"/>
            <a:chExt cx="6515100" cy="3479800"/>
          </a:xfrm>
        </p:grpSpPr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83100" y="1346200"/>
              <a:ext cx="6515100" cy="34798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73600" y="1498600"/>
              <a:ext cx="6146800" cy="309880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599025" y="5765800"/>
            <a:ext cx="15653385" cy="3378835"/>
            <a:chOff x="599025" y="5765800"/>
            <a:chExt cx="15653385" cy="3378835"/>
          </a:xfrm>
        </p:grpSpPr>
        <p:sp>
          <p:nvSpPr>
            <p:cNvPr id="22" name="object 22"/>
            <p:cNvSpPr/>
            <p:nvPr/>
          </p:nvSpPr>
          <p:spPr>
            <a:xfrm>
              <a:off x="609609" y="7498194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59" y="3989"/>
                  </a:lnTo>
                  <a:lnTo>
                    <a:pt x="208459" y="15538"/>
                  </a:lnTo>
                  <a:lnTo>
                    <a:pt x="164726" y="34021"/>
                  </a:lnTo>
                  <a:lnTo>
                    <a:pt x="124789" y="58808"/>
                  </a:lnTo>
                  <a:lnTo>
                    <a:pt x="89273" y="89273"/>
                  </a:lnTo>
                  <a:lnTo>
                    <a:pt x="58808" y="124789"/>
                  </a:lnTo>
                  <a:lnTo>
                    <a:pt x="34021" y="164726"/>
                  </a:lnTo>
                  <a:lnTo>
                    <a:pt x="15538" y="208459"/>
                  </a:lnTo>
                  <a:lnTo>
                    <a:pt x="3989" y="255359"/>
                  </a:lnTo>
                  <a:lnTo>
                    <a:pt x="0" y="304800"/>
                  </a:lnTo>
                  <a:lnTo>
                    <a:pt x="3989" y="354240"/>
                  </a:lnTo>
                  <a:lnTo>
                    <a:pt x="15538" y="401140"/>
                  </a:lnTo>
                  <a:lnTo>
                    <a:pt x="34021" y="444873"/>
                  </a:lnTo>
                  <a:lnTo>
                    <a:pt x="58808" y="484810"/>
                  </a:lnTo>
                  <a:lnTo>
                    <a:pt x="89273" y="520326"/>
                  </a:lnTo>
                  <a:lnTo>
                    <a:pt x="124789" y="550791"/>
                  </a:lnTo>
                  <a:lnTo>
                    <a:pt x="164726" y="575578"/>
                  </a:lnTo>
                  <a:lnTo>
                    <a:pt x="208459" y="594061"/>
                  </a:lnTo>
                  <a:lnTo>
                    <a:pt x="255359" y="605610"/>
                  </a:lnTo>
                  <a:lnTo>
                    <a:pt x="304800" y="609600"/>
                  </a:lnTo>
                  <a:lnTo>
                    <a:pt x="354240" y="605610"/>
                  </a:lnTo>
                  <a:lnTo>
                    <a:pt x="401140" y="594061"/>
                  </a:lnTo>
                  <a:lnTo>
                    <a:pt x="444873" y="575578"/>
                  </a:lnTo>
                  <a:lnTo>
                    <a:pt x="484810" y="550791"/>
                  </a:lnTo>
                  <a:lnTo>
                    <a:pt x="520326" y="520326"/>
                  </a:lnTo>
                  <a:lnTo>
                    <a:pt x="550791" y="484810"/>
                  </a:lnTo>
                  <a:lnTo>
                    <a:pt x="575578" y="444873"/>
                  </a:lnTo>
                  <a:lnTo>
                    <a:pt x="594061" y="401140"/>
                  </a:lnTo>
                  <a:lnTo>
                    <a:pt x="605610" y="354240"/>
                  </a:lnTo>
                  <a:lnTo>
                    <a:pt x="609600" y="304800"/>
                  </a:lnTo>
                  <a:lnTo>
                    <a:pt x="605610" y="255359"/>
                  </a:lnTo>
                  <a:lnTo>
                    <a:pt x="594061" y="208459"/>
                  </a:lnTo>
                  <a:lnTo>
                    <a:pt x="575578" y="164726"/>
                  </a:lnTo>
                  <a:lnTo>
                    <a:pt x="550791" y="124789"/>
                  </a:lnTo>
                  <a:lnTo>
                    <a:pt x="520326" y="89273"/>
                  </a:lnTo>
                  <a:lnTo>
                    <a:pt x="484810" y="58808"/>
                  </a:lnTo>
                  <a:lnTo>
                    <a:pt x="444873" y="34021"/>
                  </a:lnTo>
                  <a:lnTo>
                    <a:pt x="401140" y="15538"/>
                  </a:lnTo>
                  <a:lnTo>
                    <a:pt x="354240" y="3989"/>
                  </a:lnTo>
                  <a:lnTo>
                    <a:pt x="304800" y="0"/>
                  </a:lnTo>
                  <a:close/>
                </a:path>
              </a:pathLst>
            </a:custGeom>
            <a:ln w="21166">
              <a:solidFill>
                <a:srgbClr val="C26F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80179" y="7681076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496" y="316992"/>
                  </a:moveTo>
                  <a:lnTo>
                    <a:pt x="108399" y="308912"/>
                  </a:lnTo>
                  <a:lnTo>
                    <a:pt x="64890" y="286411"/>
                  </a:lnTo>
                  <a:lnTo>
                    <a:pt x="30580" y="252101"/>
                  </a:lnTo>
                  <a:lnTo>
                    <a:pt x="8080" y="208592"/>
                  </a:lnTo>
                  <a:lnTo>
                    <a:pt x="0" y="158495"/>
                  </a:lnTo>
                  <a:lnTo>
                    <a:pt x="8080" y="108398"/>
                  </a:lnTo>
                  <a:lnTo>
                    <a:pt x="30580" y="64890"/>
                  </a:lnTo>
                  <a:lnTo>
                    <a:pt x="64890" y="30580"/>
                  </a:lnTo>
                  <a:lnTo>
                    <a:pt x="108399" y="8080"/>
                  </a:lnTo>
                  <a:lnTo>
                    <a:pt x="158496" y="0"/>
                  </a:lnTo>
                  <a:lnTo>
                    <a:pt x="208593" y="8080"/>
                  </a:lnTo>
                  <a:lnTo>
                    <a:pt x="252101" y="30580"/>
                  </a:lnTo>
                  <a:lnTo>
                    <a:pt x="286411" y="64890"/>
                  </a:lnTo>
                  <a:lnTo>
                    <a:pt x="308911" y="108398"/>
                  </a:lnTo>
                  <a:lnTo>
                    <a:pt x="316991" y="158495"/>
                  </a:lnTo>
                  <a:lnTo>
                    <a:pt x="308911" y="208592"/>
                  </a:lnTo>
                  <a:lnTo>
                    <a:pt x="286411" y="252101"/>
                  </a:lnTo>
                  <a:lnTo>
                    <a:pt x="252101" y="286411"/>
                  </a:lnTo>
                  <a:lnTo>
                    <a:pt x="208593" y="308912"/>
                  </a:lnTo>
                  <a:lnTo>
                    <a:pt x="158496" y="316992"/>
                  </a:lnTo>
                  <a:close/>
                </a:path>
              </a:pathLst>
            </a:custGeom>
            <a:solidFill>
              <a:srgbClr val="C26F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084382" y="8193148"/>
              <a:ext cx="12167870" cy="951230"/>
            </a:xfrm>
            <a:custGeom>
              <a:avLst/>
              <a:gdLst/>
              <a:ahLst/>
              <a:cxnLst/>
              <a:rect l="l" t="t" r="r" b="b"/>
              <a:pathLst>
                <a:path w="12167869" h="951229">
                  <a:moveTo>
                    <a:pt x="12167743" y="950976"/>
                  </a:moveTo>
                  <a:lnTo>
                    <a:pt x="0" y="950976"/>
                  </a:lnTo>
                  <a:lnTo>
                    <a:pt x="0" y="0"/>
                  </a:lnTo>
                  <a:lnTo>
                    <a:pt x="12167743" y="0"/>
                  </a:lnTo>
                  <a:lnTo>
                    <a:pt x="12167743" y="950976"/>
                  </a:lnTo>
                  <a:close/>
                </a:path>
              </a:pathLst>
            </a:custGeom>
            <a:solidFill>
              <a:srgbClr val="D6EC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701019" y="8574163"/>
              <a:ext cx="558165" cy="213360"/>
            </a:xfrm>
            <a:custGeom>
              <a:avLst/>
              <a:gdLst/>
              <a:ahLst/>
              <a:cxnLst/>
              <a:rect l="l" t="t" r="r" b="b"/>
              <a:pathLst>
                <a:path w="558164" h="213359">
                  <a:moveTo>
                    <a:pt x="156705" y="4597"/>
                  </a:moveTo>
                  <a:lnTo>
                    <a:pt x="43713" y="4597"/>
                  </a:lnTo>
                  <a:lnTo>
                    <a:pt x="0" y="179501"/>
                  </a:lnTo>
                  <a:lnTo>
                    <a:pt x="22034" y="179501"/>
                  </a:lnTo>
                  <a:lnTo>
                    <a:pt x="41236" y="102679"/>
                  </a:lnTo>
                  <a:lnTo>
                    <a:pt x="124714" y="102679"/>
                  </a:lnTo>
                  <a:lnTo>
                    <a:pt x="129552" y="83235"/>
                  </a:lnTo>
                  <a:lnTo>
                    <a:pt x="46075" y="83235"/>
                  </a:lnTo>
                  <a:lnTo>
                    <a:pt x="60794" y="24333"/>
                  </a:lnTo>
                  <a:lnTo>
                    <a:pt x="151752" y="24333"/>
                  </a:lnTo>
                  <a:lnTo>
                    <a:pt x="156705" y="4597"/>
                  </a:lnTo>
                  <a:close/>
                </a:path>
                <a:path w="558164" h="213359">
                  <a:moveTo>
                    <a:pt x="178371" y="55079"/>
                  </a:moveTo>
                  <a:lnTo>
                    <a:pt x="157162" y="55079"/>
                  </a:lnTo>
                  <a:lnTo>
                    <a:pt x="126060" y="179501"/>
                  </a:lnTo>
                  <a:lnTo>
                    <a:pt x="147269" y="179501"/>
                  </a:lnTo>
                  <a:lnTo>
                    <a:pt x="178371" y="55079"/>
                  </a:lnTo>
                  <a:close/>
                </a:path>
                <a:path w="558164" h="213359">
                  <a:moveTo>
                    <a:pt x="191414" y="13208"/>
                  </a:moveTo>
                  <a:lnTo>
                    <a:pt x="191033" y="9918"/>
                  </a:lnTo>
                  <a:lnTo>
                    <a:pt x="189268" y="7366"/>
                  </a:lnTo>
                  <a:lnTo>
                    <a:pt x="187540" y="4775"/>
                  </a:lnTo>
                  <a:lnTo>
                    <a:pt x="184632" y="3479"/>
                  </a:lnTo>
                  <a:lnTo>
                    <a:pt x="176618" y="3479"/>
                  </a:lnTo>
                  <a:lnTo>
                    <a:pt x="173113" y="4775"/>
                  </a:lnTo>
                  <a:lnTo>
                    <a:pt x="166408" y="10109"/>
                  </a:lnTo>
                  <a:lnTo>
                    <a:pt x="164274" y="13373"/>
                  </a:lnTo>
                  <a:lnTo>
                    <a:pt x="162344" y="21031"/>
                  </a:lnTo>
                  <a:lnTo>
                    <a:pt x="162864" y="24231"/>
                  </a:lnTo>
                  <a:lnTo>
                    <a:pt x="164820" y="26860"/>
                  </a:lnTo>
                  <a:lnTo>
                    <a:pt x="166827" y="29489"/>
                  </a:lnTo>
                  <a:lnTo>
                    <a:pt x="169786" y="30810"/>
                  </a:lnTo>
                  <a:lnTo>
                    <a:pt x="177647" y="30810"/>
                  </a:lnTo>
                  <a:lnTo>
                    <a:pt x="181165" y="29489"/>
                  </a:lnTo>
                  <a:lnTo>
                    <a:pt x="187401" y="24231"/>
                  </a:lnTo>
                  <a:lnTo>
                    <a:pt x="189445" y="21031"/>
                  </a:lnTo>
                  <a:lnTo>
                    <a:pt x="191414" y="13208"/>
                  </a:lnTo>
                  <a:close/>
                </a:path>
                <a:path w="558164" h="213359">
                  <a:moveTo>
                    <a:pt x="242963" y="0"/>
                  </a:moveTo>
                  <a:lnTo>
                    <a:pt x="221691" y="0"/>
                  </a:lnTo>
                  <a:lnTo>
                    <a:pt x="176796" y="179501"/>
                  </a:lnTo>
                  <a:lnTo>
                    <a:pt x="198069" y="179501"/>
                  </a:lnTo>
                  <a:lnTo>
                    <a:pt x="242963" y="0"/>
                  </a:lnTo>
                  <a:close/>
                </a:path>
                <a:path w="558164" h="213359">
                  <a:moveTo>
                    <a:pt x="318147" y="55079"/>
                  </a:moveTo>
                  <a:lnTo>
                    <a:pt x="289217" y="55079"/>
                  </a:lnTo>
                  <a:lnTo>
                    <a:pt x="299351" y="14554"/>
                  </a:lnTo>
                  <a:lnTo>
                    <a:pt x="278091" y="14554"/>
                  </a:lnTo>
                  <a:lnTo>
                    <a:pt x="267957" y="55079"/>
                  </a:lnTo>
                  <a:lnTo>
                    <a:pt x="248158" y="55079"/>
                  </a:lnTo>
                  <a:lnTo>
                    <a:pt x="244043" y="71513"/>
                  </a:lnTo>
                  <a:lnTo>
                    <a:pt x="263829" y="71513"/>
                  </a:lnTo>
                  <a:lnTo>
                    <a:pt x="244563" y="148577"/>
                  </a:lnTo>
                  <a:lnTo>
                    <a:pt x="243103" y="156489"/>
                  </a:lnTo>
                  <a:lnTo>
                    <a:pt x="258064" y="181978"/>
                  </a:lnTo>
                  <a:lnTo>
                    <a:pt x="268541" y="181978"/>
                  </a:lnTo>
                  <a:lnTo>
                    <a:pt x="275450" y="181978"/>
                  </a:lnTo>
                  <a:lnTo>
                    <a:pt x="281292" y="181038"/>
                  </a:lnTo>
                  <a:lnTo>
                    <a:pt x="286042" y="179146"/>
                  </a:lnTo>
                  <a:lnTo>
                    <a:pt x="290398" y="161772"/>
                  </a:lnTo>
                  <a:lnTo>
                    <a:pt x="288315" y="162433"/>
                  </a:lnTo>
                  <a:lnTo>
                    <a:pt x="282270" y="163614"/>
                  </a:lnTo>
                  <a:lnTo>
                    <a:pt x="273240" y="163766"/>
                  </a:lnTo>
                  <a:lnTo>
                    <a:pt x="269570" y="162217"/>
                  </a:lnTo>
                  <a:lnTo>
                    <a:pt x="265404" y="155981"/>
                  </a:lnTo>
                  <a:lnTo>
                    <a:pt x="265150" y="151257"/>
                  </a:lnTo>
                  <a:lnTo>
                    <a:pt x="285102" y="71513"/>
                  </a:lnTo>
                  <a:lnTo>
                    <a:pt x="314020" y="71513"/>
                  </a:lnTo>
                  <a:lnTo>
                    <a:pt x="318147" y="55079"/>
                  </a:lnTo>
                  <a:close/>
                </a:path>
                <a:path w="558164" h="213359">
                  <a:moveTo>
                    <a:pt x="431419" y="93421"/>
                  </a:moveTo>
                  <a:lnTo>
                    <a:pt x="430631" y="85305"/>
                  </a:lnTo>
                  <a:lnTo>
                    <a:pt x="428777" y="77863"/>
                  </a:lnTo>
                  <a:lnTo>
                    <a:pt x="428713" y="77724"/>
                  </a:lnTo>
                  <a:lnTo>
                    <a:pt x="425843" y="71297"/>
                  </a:lnTo>
                  <a:lnTo>
                    <a:pt x="425424" y="70688"/>
                  </a:lnTo>
                  <a:lnTo>
                    <a:pt x="421855" y="65582"/>
                  </a:lnTo>
                  <a:lnTo>
                    <a:pt x="416788" y="60731"/>
                  </a:lnTo>
                  <a:lnTo>
                    <a:pt x="410946" y="56997"/>
                  </a:lnTo>
                  <a:lnTo>
                    <a:pt x="410946" y="97904"/>
                  </a:lnTo>
                  <a:lnTo>
                    <a:pt x="410883" y="98247"/>
                  </a:lnTo>
                  <a:lnTo>
                    <a:pt x="409841" y="104736"/>
                  </a:lnTo>
                  <a:lnTo>
                    <a:pt x="338048" y="104736"/>
                  </a:lnTo>
                  <a:lnTo>
                    <a:pt x="369506" y="72364"/>
                  </a:lnTo>
                  <a:lnTo>
                    <a:pt x="376047" y="70688"/>
                  </a:lnTo>
                  <a:lnTo>
                    <a:pt x="389001" y="70688"/>
                  </a:lnTo>
                  <a:lnTo>
                    <a:pt x="408482" y="86829"/>
                  </a:lnTo>
                  <a:lnTo>
                    <a:pt x="410489" y="91935"/>
                  </a:lnTo>
                  <a:lnTo>
                    <a:pt x="410603" y="93421"/>
                  </a:lnTo>
                  <a:lnTo>
                    <a:pt x="410946" y="97904"/>
                  </a:lnTo>
                  <a:lnTo>
                    <a:pt x="410946" y="56997"/>
                  </a:lnTo>
                  <a:lnTo>
                    <a:pt x="410756" y="56870"/>
                  </a:lnTo>
                  <a:lnTo>
                    <a:pt x="403860" y="54102"/>
                  </a:lnTo>
                  <a:lnTo>
                    <a:pt x="395871" y="52400"/>
                  </a:lnTo>
                  <a:lnTo>
                    <a:pt x="395338" y="52400"/>
                  </a:lnTo>
                  <a:lnTo>
                    <a:pt x="387451" y="51904"/>
                  </a:lnTo>
                  <a:lnTo>
                    <a:pt x="347713" y="64414"/>
                  </a:lnTo>
                  <a:lnTo>
                    <a:pt x="319176" y="98247"/>
                  </a:lnTo>
                  <a:lnTo>
                    <a:pt x="310959" y="125818"/>
                  </a:lnTo>
                  <a:lnTo>
                    <a:pt x="310159" y="134569"/>
                  </a:lnTo>
                  <a:lnTo>
                    <a:pt x="327304" y="173850"/>
                  </a:lnTo>
                  <a:lnTo>
                    <a:pt x="356704" y="182029"/>
                  </a:lnTo>
                  <a:lnTo>
                    <a:pt x="363296" y="181749"/>
                  </a:lnTo>
                  <a:lnTo>
                    <a:pt x="404317" y="163715"/>
                  </a:lnTo>
                  <a:lnTo>
                    <a:pt x="418617" y="145161"/>
                  </a:lnTo>
                  <a:lnTo>
                    <a:pt x="400888" y="139788"/>
                  </a:lnTo>
                  <a:lnTo>
                    <a:pt x="396405" y="147650"/>
                  </a:lnTo>
                  <a:lnTo>
                    <a:pt x="390969" y="153593"/>
                  </a:lnTo>
                  <a:lnTo>
                    <a:pt x="378167" y="161683"/>
                  </a:lnTo>
                  <a:lnTo>
                    <a:pt x="370916" y="163715"/>
                  </a:lnTo>
                  <a:lnTo>
                    <a:pt x="354660" y="163715"/>
                  </a:lnTo>
                  <a:lnTo>
                    <a:pt x="347751" y="161683"/>
                  </a:lnTo>
                  <a:lnTo>
                    <a:pt x="347916" y="161683"/>
                  </a:lnTo>
                  <a:lnTo>
                    <a:pt x="342912" y="157886"/>
                  </a:lnTo>
                  <a:lnTo>
                    <a:pt x="337845" y="153949"/>
                  </a:lnTo>
                  <a:lnTo>
                    <a:pt x="334632" y="148412"/>
                  </a:lnTo>
                  <a:lnTo>
                    <a:pt x="333260" y="141262"/>
                  </a:lnTo>
                  <a:lnTo>
                    <a:pt x="331927" y="134073"/>
                  </a:lnTo>
                  <a:lnTo>
                    <a:pt x="332574" y="125818"/>
                  </a:lnTo>
                  <a:lnTo>
                    <a:pt x="332625" y="125628"/>
                  </a:lnTo>
                  <a:lnTo>
                    <a:pt x="333984" y="120764"/>
                  </a:lnTo>
                  <a:lnTo>
                    <a:pt x="426859" y="120764"/>
                  </a:lnTo>
                  <a:lnTo>
                    <a:pt x="429526" y="111150"/>
                  </a:lnTo>
                  <a:lnTo>
                    <a:pt x="429653" y="110401"/>
                  </a:lnTo>
                  <a:lnTo>
                    <a:pt x="431050" y="102031"/>
                  </a:lnTo>
                  <a:lnTo>
                    <a:pt x="431419" y="93421"/>
                  </a:lnTo>
                  <a:close/>
                </a:path>
                <a:path w="558164" h="213359">
                  <a:moveTo>
                    <a:pt x="530707" y="53606"/>
                  </a:moveTo>
                  <a:lnTo>
                    <a:pt x="524649" y="52489"/>
                  </a:lnTo>
                  <a:lnTo>
                    <a:pt x="512330" y="52374"/>
                  </a:lnTo>
                  <a:lnTo>
                    <a:pt x="504482" y="54508"/>
                  </a:lnTo>
                  <a:lnTo>
                    <a:pt x="477634" y="77292"/>
                  </a:lnTo>
                  <a:lnTo>
                    <a:pt x="477100" y="77292"/>
                  </a:lnTo>
                  <a:lnTo>
                    <a:pt x="481469" y="55079"/>
                  </a:lnTo>
                  <a:lnTo>
                    <a:pt x="461429" y="55079"/>
                  </a:lnTo>
                  <a:lnTo>
                    <a:pt x="430326" y="179501"/>
                  </a:lnTo>
                  <a:lnTo>
                    <a:pt x="451535" y="179501"/>
                  </a:lnTo>
                  <a:lnTo>
                    <a:pt x="470090" y="105308"/>
                  </a:lnTo>
                  <a:lnTo>
                    <a:pt x="473544" y="97688"/>
                  </a:lnTo>
                  <a:lnTo>
                    <a:pt x="482892" y="85001"/>
                  </a:lnTo>
                  <a:lnTo>
                    <a:pt x="488340" y="80200"/>
                  </a:lnTo>
                  <a:lnTo>
                    <a:pt x="500786" y="73634"/>
                  </a:lnTo>
                  <a:lnTo>
                    <a:pt x="507326" y="71983"/>
                  </a:lnTo>
                  <a:lnTo>
                    <a:pt x="518756" y="71983"/>
                  </a:lnTo>
                  <a:lnTo>
                    <a:pt x="522643" y="72402"/>
                  </a:lnTo>
                  <a:lnTo>
                    <a:pt x="525818" y="73228"/>
                  </a:lnTo>
                  <a:lnTo>
                    <a:pt x="530707" y="53606"/>
                  </a:lnTo>
                  <a:close/>
                </a:path>
                <a:path w="558164" h="213359">
                  <a:moveTo>
                    <a:pt x="557695" y="154876"/>
                  </a:moveTo>
                  <a:lnTo>
                    <a:pt x="535368" y="154876"/>
                  </a:lnTo>
                  <a:lnTo>
                    <a:pt x="533196" y="162179"/>
                  </a:lnTo>
                  <a:lnTo>
                    <a:pt x="530529" y="169621"/>
                  </a:lnTo>
                  <a:lnTo>
                    <a:pt x="511060" y="206400"/>
                  </a:lnTo>
                  <a:lnTo>
                    <a:pt x="506501" y="212788"/>
                  </a:lnTo>
                  <a:lnTo>
                    <a:pt x="522236" y="212788"/>
                  </a:lnTo>
                  <a:lnTo>
                    <a:pt x="547217" y="177901"/>
                  </a:lnTo>
                  <a:lnTo>
                    <a:pt x="554672" y="162623"/>
                  </a:lnTo>
                  <a:lnTo>
                    <a:pt x="557695" y="154876"/>
                  </a:lnTo>
                  <a:close/>
                </a:path>
              </a:pathLst>
            </a:custGeom>
            <a:solidFill>
              <a:srgbClr val="0A3C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37672" y="8574155"/>
              <a:ext cx="444218" cy="18203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42555" y="8574155"/>
              <a:ext cx="462278" cy="18221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356261" y="8578761"/>
              <a:ext cx="1703705" cy="177800"/>
            </a:xfrm>
            <a:custGeom>
              <a:avLst/>
              <a:gdLst/>
              <a:ahLst/>
              <a:cxnLst/>
              <a:rect l="l" t="t" r="r" b="b"/>
              <a:pathLst>
                <a:path w="1703704" h="177800">
                  <a:moveTo>
                    <a:pt x="242303" y="82003"/>
                  </a:moveTo>
                  <a:lnTo>
                    <a:pt x="4356" y="82003"/>
                  </a:lnTo>
                  <a:lnTo>
                    <a:pt x="0" y="99491"/>
                  </a:lnTo>
                  <a:lnTo>
                    <a:pt x="237947" y="99491"/>
                  </a:lnTo>
                  <a:lnTo>
                    <a:pt x="242303" y="82003"/>
                  </a:lnTo>
                  <a:close/>
                </a:path>
                <a:path w="1703704" h="177800">
                  <a:moveTo>
                    <a:pt x="543382" y="0"/>
                  </a:moveTo>
                  <a:lnTo>
                    <a:pt x="518401" y="0"/>
                  </a:lnTo>
                  <a:lnTo>
                    <a:pt x="444830" y="151980"/>
                  </a:lnTo>
                  <a:lnTo>
                    <a:pt x="444296" y="151980"/>
                  </a:lnTo>
                  <a:lnTo>
                    <a:pt x="439115" y="0"/>
                  </a:lnTo>
                  <a:lnTo>
                    <a:pt x="410070" y="0"/>
                  </a:lnTo>
                  <a:lnTo>
                    <a:pt x="329412" y="151752"/>
                  </a:lnTo>
                  <a:lnTo>
                    <a:pt x="328650" y="151752"/>
                  </a:lnTo>
                  <a:lnTo>
                    <a:pt x="330479" y="0"/>
                  </a:lnTo>
                  <a:lnTo>
                    <a:pt x="305854" y="0"/>
                  </a:lnTo>
                  <a:lnTo>
                    <a:pt x="306387" y="174904"/>
                  </a:lnTo>
                  <a:lnTo>
                    <a:pt x="337312" y="174904"/>
                  </a:lnTo>
                  <a:lnTo>
                    <a:pt x="418312" y="24206"/>
                  </a:lnTo>
                  <a:lnTo>
                    <a:pt x="418846" y="24206"/>
                  </a:lnTo>
                  <a:lnTo>
                    <a:pt x="424141" y="174904"/>
                  </a:lnTo>
                  <a:lnTo>
                    <a:pt x="455726" y="174904"/>
                  </a:lnTo>
                  <a:lnTo>
                    <a:pt x="543382" y="0"/>
                  </a:lnTo>
                  <a:close/>
                </a:path>
                <a:path w="1703704" h="177800">
                  <a:moveTo>
                    <a:pt x="697026" y="0"/>
                  </a:moveTo>
                  <a:lnTo>
                    <a:pt x="674814" y="0"/>
                  </a:lnTo>
                  <a:lnTo>
                    <a:pt x="656615" y="72745"/>
                  </a:lnTo>
                  <a:lnTo>
                    <a:pt x="564007" y="72745"/>
                  </a:lnTo>
                  <a:lnTo>
                    <a:pt x="582206" y="0"/>
                  </a:lnTo>
                  <a:lnTo>
                    <a:pt x="560171" y="0"/>
                  </a:lnTo>
                  <a:lnTo>
                    <a:pt x="516458" y="174904"/>
                  </a:lnTo>
                  <a:lnTo>
                    <a:pt x="538492" y="174904"/>
                  </a:lnTo>
                  <a:lnTo>
                    <a:pt x="558939" y="93129"/>
                  </a:lnTo>
                  <a:lnTo>
                    <a:pt x="651548" y="93129"/>
                  </a:lnTo>
                  <a:lnTo>
                    <a:pt x="631101" y="174904"/>
                  </a:lnTo>
                  <a:lnTo>
                    <a:pt x="653313" y="174904"/>
                  </a:lnTo>
                  <a:lnTo>
                    <a:pt x="697026" y="0"/>
                  </a:lnTo>
                  <a:close/>
                </a:path>
                <a:path w="1703704" h="177800">
                  <a:moveTo>
                    <a:pt x="828040" y="0"/>
                  </a:moveTo>
                  <a:lnTo>
                    <a:pt x="712571" y="0"/>
                  </a:lnTo>
                  <a:lnTo>
                    <a:pt x="668858" y="174904"/>
                  </a:lnTo>
                  <a:lnTo>
                    <a:pt x="784326" y="174904"/>
                  </a:lnTo>
                  <a:lnTo>
                    <a:pt x="789279" y="154990"/>
                  </a:lnTo>
                  <a:lnTo>
                    <a:pt x="696252" y="154990"/>
                  </a:lnTo>
                  <a:lnTo>
                    <a:pt x="711746" y="93192"/>
                  </a:lnTo>
                  <a:lnTo>
                    <a:pt x="797763" y="93192"/>
                  </a:lnTo>
                  <a:lnTo>
                    <a:pt x="802652" y="73456"/>
                  </a:lnTo>
                  <a:lnTo>
                    <a:pt x="716635" y="73456"/>
                  </a:lnTo>
                  <a:lnTo>
                    <a:pt x="730072" y="19913"/>
                  </a:lnTo>
                  <a:lnTo>
                    <a:pt x="823087" y="19913"/>
                  </a:lnTo>
                  <a:lnTo>
                    <a:pt x="828040" y="0"/>
                  </a:lnTo>
                  <a:close/>
                </a:path>
                <a:path w="1703704" h="177800">
                  <a:moveTo>
                    <a:pt x="968057" y="34632"/>
                  </a:moveTo>
                  <a:lnTo>
                    <a:pt x="967155" y="28105"/>
                  </a:lnTo>
                  <a:lnTo>
                    <a:pt x="965085" y="22199"/>
                  </a:lnTo>
                  <a:lnTo>
                    <a:pt x="964018" y="19913"/>
                  </a:lnTo>
                  <a:lnTo>
                    <a:pt x="961593" y="14706"/>
                  </a:lnTo>
                  <a:lnTo>
                    <a:pt x="955738" y="9131"/>
                  </a:lnTo>
                  <a:lnTo>
                    <a:pt x="947534" y="5473"/>
                  </a:lnTo>
                  <a:lnTo>
                    <a:pt x="944473" y="4330"/>
                  </a:lnTo>
                  <a:lnTo>
                    <a:pt x="944473" y="42989"/>
                  </a:lnTo>
                  <a:lnTo>
                    <a:pt x="943229" y="50596"/>
                  </a:lnTo>
                  <a:lnTo>
                    <a:pt x="913765" y="79070"/>
                  </a:lnTo>
                  <a:lnTo>
                    <a:pt x="897750" y="80822"/>
                  </a:lnTo>
                  <a:lnTo>
                    <a:pt x="854100" y="80822"/>
                  </a:lnTo>
                  <a:lnTo>
                    <a:pt x="854214" y="80378"/>
                  </a:lnTo>
                  <a:lnTo>
                    <a:pt x="869353" y="19913"/>
                  </a:lnTo>
                  <a:lnTo>
                    <a:pt x="910653" y="19913"/>
                  </a:lnTo>
                  <a:lnTo>
                    <a:pt x="919429" y="20358"/>
                  </a:lnTo>
                  <a:lnTo>
                    <a:pt x="944473" y="42989"/>
                  </a:lnTo>
                  <a:lnTo>
                    <a:pt x="944473" y="4330"/>
                  </a:lnTo>
                  <a:lnTo>
                    <a:pt x="941120" y="3073"/>
                  </a:lnTo>
                  <a:lnTo>
                    <a:pt x="934123" y="1371"/>
                  </a:lnTo>
                  <a:lnTo>
                    <a:pt x="926566" y="342"/>
                  </a:lnTo>
                  <a:lnTo>
                    <a:pt x="918425" y="0"/>
                  </a:lnTo>
                  <a:lnTo>
                    <a:pt x="852271" y="0"/>
                  </a:lnTo>
                  <a:lnTo>
                    <a:pt x="852182" y="342"/>
                  </a:lnTo>
                  <a:lnTo>
                    <a:pt x="808558" y="174904"/>
                  </a:lnTo>
                  <a:lnTo>
                    <a:pt x="830592" y="174904"/>
                  </a:lnTo>
                  <a:lnTo>
                    <a:pt x="849147" y="100558"/>
                  </a:lnTo>
                  <a:lnTo>
                    <a:pt x="896569" y="100558"/>
                  </a:lnTo>
                  <a:lnTo>
                    <a:pt x="901801" y="101739"/>
                  </a:lnTo>
                  <a:lnTo>
                    <a:pt x="905649" y="104089"/>
                  </a:lnTo>
                  <a:lnTo>
                    <a:pt x="909535" y="106413"/>
                  </a:lnTo>
                  <a:lnTo>
                    <a:pt x="912317" y="110401"/>
                  </a:lnTo>
                  <a:lnTo>
                    <a:pt x="915695" y="121704"/>
                  </a:lnTo>
                  <a:lnTo>
                    <a:pt x="916317" y="128282"/>
                  </a:lnTo>
                  <a:lnTo>
                    <a:pt x="916254" y="139674"/>
                  </a:lnTo>
                  <a:lnTo>
                    <a:pt x="915428" y="174904"/>
                  </a:lnTo>
                  <a:lnTo>
                    <a:pt x="938631" y="174904"/>
                  </a:lnTo>
                  <a:lnTo>
                    <a:pt x="939177" y="139674"/>
                  </a:lnTo>
                  <a:lnTo>
                    <a:pt x="939304" y="128282"/>
                  </a:lnTo>
                  <a:lnTo>
                    <a:pt x="938974" y="121221"/>
                  </a:lnTo>
                  <a:lnTo>
                    <a:pt x="937475" y="110058"/>
                  </a:lnTo>
                  <a:lnTo>
                    <a:pt x="935748" y="105156"/>
                  </a:lnTo>
                  <a:lnTo>
                    <a:pt x="932815" y="100558"/>
                  </a:lnTo>
                  <a:lnTo>
                    <a:pt x="930363" y="96672"/>
                  </a:lnTo>
                  <a:lnTo>
                    <a:pt x="926338" y="93662"/>
                  </a:lnTo>
                  <a:lnTo>
                    <a:pt x="920965" y="91897"/>
                  </a:lnTo>
                  <a:lnTo>
                    <a:pt x="921080" y="91427"/>
                  </a:lnTo>
                  <a:lnTo>
                    <a:pt x="955675" y="71983"/>
                  </a:lnTo>
                  <a:lnTo>
                    <a:pt x="967803" y="41783"/>
                  </a:lnTo>
                  <a:lnTo>
                    <a:pt x="968057" y="34632"/>
                  </a:lnTo>
                  <a:close/>
                </a:path>
                <a:path w="1703704" h="177800">
                  <a:moveTo>
                    <a:pt x="1120140" y="0"/>
                  </a:moveTo>
                  <a:lnTo>
                    <a:pt x="1004671" y="0"/>
                  </a:lnTo>
                  <a:lnTo>
                    <a:pt x="960958" y="174904"/>
                  </a:lnTo>
                  <a:lnTo>
                    <a:pt x="1076426" y="174904"/>
                  </a:lnTo>
                  <a:lnTo>
                    <a:pt x="1081379" y="154990"/>
                  </a:lnTo>
                  <a:lnTo>
                    <a:pt x="988352" y="154990"/>
                  </a:lnTo>
                  <a:lnTo>
                    <a:pt x="1003846" y="93192"/>
                  </a:lnTo>
                  <a:lnTo>
                    <a:pt x="1089863" y="93192"/>
                  </a:lnTo>
                  <a:lnTo>
                    <a:pt x="1094752" y="73456"/>
                  </a:lnTo>
                  <a:lnTo>
                    <a:pt x="1008735" y="73456"/>
                  </a:lnTo>
                  <a:lnTo>
                    <a:pt x="1022172" y="19913"/>
                  </a:lnTo>
                  <a:lnTo>
                    <a:pt x="1115187" y="19913"/>
                  </a:lnTo>
                  <a:lnTo>
                    <a:pt x="1120140" y="0"/>
                  </a:lnTo>
                  <a:close/>
                </a:path>
                <a:path w="1703704" h="177800">
                  <a:moveTo>
                    <a:pt x="1279829" y="80975"/>
                  </a:moveTo>
                  <a:lnTo>
                    <a:pt x="1253070" y="48234"/>
                  </a:lnTo>
                  <a:lnTo>
                    <a:pt x="1243888" y="47536"/>
                  </a:lnTo>
                  <a:lnTo>
                    <a:pt x="1237424" y="47929"/>
                  </a:lnTo>
                  <a:lnTo>
                    <a:pt x="1202194" y="66103"/>
                  </a:lnTo>
                  <a:lnTo>
                    <a:pt x="1197584" y="71399"/>
                  </a:lnTo>
                  <a:lnTo>
                    <a:pt x="1197063" y="71399"/>
                  </a:lnTo>
                  <a:lnTo>
                    <a:pt x="1201127" y="50482"/>
                  </a:lnTo>
                  <a:lnTo>
                    <a:pt x="1181087" y="50482"/>
                  </a:lnTo>
                  <a:lnTo>
                    <a:pt x="1149985" y="174904"/>
                  </a:lnTo>
                  <a:lnTo>
                    <a:pt x="1171194" y="174904"/>
                  </a:lnTo>
                  <a:lnTo>
                    <a:pt x="1190320" y="98323"/>
                  </a:lnTo>
                  <a:lnTo>
                    <a:pt x="1193850" y="90932"/>
                  </a:lnTo>
                  <a:lnTo>
                    <a:pt x="1203718" y="78600"/>
                  </a:lnTo>
                  <a:lnTo>
                    <a:pt x="1209306" y="73990"/>
                  </a:lnTo>
                  <a:lnTo>
                    <a:pt x="1221803" y="67856"/>
                  </a:lnTo>
                  <a:lnTo>
                    <a:pt x="1228128" y="66332"/>
                  </a:lnTo>
                  <a:lnTo>
                    <a:pt x="1242847" y="66332"/>
                  </a:lnTo>
                  <a:lnTo>
                    <a:pt x="1249032" y="68770"/>
                  </a:lnTo>
                  <a:lnTo>
                    <a:pt x="1257160" y="78498"/>
                  </a:lnTo>
                  <a:lnTo>
                    <a:pt x="1258011" y="85712"/>
                  </a:lnTo>
                  <a:lnTo>
                    <a:pt x="1235697" y="174904"/>
                  </a:lnTo>
                  <a:lnTo>
                    <a:pt x="1257147" y="174904"/>
                  </a:lnTo>
                  <a:lnTo>
                    <a:pt x="1278178" y="90779"/>
                  </a:lnTo>
                  <a:lnTo>
                    <a:pt x="1279829" y="80975"/>
                  </a:lnTo>
                  <a:close/>
                </a:path>
                <a:path w="1703704" h="177800">
                  <a:moveTo>
                    <a:pt x="1396961" y="97942"/>
                  </a:moveTo>
                  <a:lnTo>
                    <a:pt x="1379969" y="97942"/>
                  </a:lnTo>
                  <a:lnTo>
                    <a:pt x="1375689" y="97942"/>
                  </a:lnTo>
                  <a:lnTo>
                    <a:pt x="1371676" y="98361"/>
                  </a:lnTo>
                  <a:lnTo>
                    <a:pt x="1371676" y="113995"/>
                  </a:lnTo>
                  <a:lnTo>
                    <a:pt x="1367688" y="129959"/>
                  </a:lnTo>
                  <a:lnTo>
                    <a:pt x="1364513" y="136702"/>
                  </a:lnTo>
                  <a:lnTo>
                    <a:pt x="1360106" y="142328"/>
                  </a:lnTo>
                  <a:lnTo>
                    <a:pt x="1355750" y="147942"/>
                  </a:lnTo>
                  <a:lnTo>
                    <a:pt x="1350543" y="152247"/>
                  </a:lnTo>
                  <a:lnTo>
                    <a:pt x="1338491" y="158178"/>
                  </a:lnTo>
                  <a:lnTo>
                    <a:pt x="1332153" y="159639"/>
                  </a:lnTo>
                  <a:lnTo>
                    <a:pt x="1315961" y="159639"/>
                  </a:lnTo>
                  <a:lnTo>
                    <a:pt x="1309522" y="157568"/>
                  </a:lnTo>
                  <a:lnTo>
                    <a:pt x="1302766" y="149237"/>
                  </a:lnTo>
                  <a:lnTo>
                    <a:pt x="1301788" y="144272"/>
                  </a:lnTo>
                  <a:lnTo>
                    <a:pt x="1304302" y="134099"/>
                  </a:lnTo>
                  <a:lnTo>
                    <a:pt x="1371676" y="113995"/>
                  </a:lnTo>
                  <a:lnTo>
                    <a:pt x="1371676" y="98361"/>
                  </a:lnTo>
                  <a:lnTo>
                    <a:pt x="1329905" y="103136"/>
                  </a:lnTo>
                  <a:lnTo>
                    <a:pt x="1294015" y="117424"/>
                  </a:lnTo>
                  <a:lnTo>
                    <a:pt x="1279702" y="153479"/>
                  </a:lnTo>
                  <a:lnTo>
                    <a:pt x="1283703" y="165061"/>
                  </a:lnTo>
                  <a:lnTo>
                    <a:pt x="1287627" y="169557"/>
                  </a:lnTo>
                  <a:lnTo>
                    <a:pt x="1299337" y="175996"/>
                  </a:lnTo>
                  <a:lnTo>
                    <a:pt x="1306830" y="177609"/>
                  </a:lnTo>
                  <a:lnTo>
                    <a:pt x="1324356" y="177609"/>
                  </a:lnTo>
                  <a:lnTo>
                    <a:pt x="1357185" y="159639"/>
                  </a:lnTo>
                  <a:lnTo>
                    <a:pt x="1360525" y="155752"/>
                  </a:lnTo>
                  <a:lnTo>
                    <a:pt x="1360995" y="155752"/>
                  </a:lnTo>
                  <a:lnTo>
                    <a:pt x="1359458" y="163334"/>
                  </a:lnTo>
                  <a:lnTo>
                    <a:pt x="1358519" y="169722"/>
                  </a:lnTo>
                  <a:lnTo>
                    <a:pt x="1358163" y="174904"/>
                  </a:lnTo>
                  <a:lnTo>
                    <a:pt x="1378902" y="174904"/>
                  </a:lnTo>
                  <a:lnTo>
                    <a:pt x="1379816" y="169227"/>
                  </a:lnTo>
                  <a:lnTo>
                    <a:pt x="1381099" y="162636"/>
                  </a:lnTo>
                  <a:lnTo>
                    <a:pt x="1382623" y="155752"/>
                  </a:lnTo>
                  <a:lnTo>
                    <a:pt x="1382776" y="155028"/>
                  </a:lnTo>
                  <a:lnTo>
                    <a:pt x="1384858" y="146443"/>
                  </a:lnTo>
                  <a:lnTo>
                    <a:pt x="1396961" y="97942"/>
                  </a:lnTo>
                  <a:close/>
                </a:path>
                <a:path w="1703704" h="177800">
                  <a:moveTo>
                    <a:pt x="1400365" y="77470"/>
                  </a:moveTo>
                  <a:lnTo>
                    <a:pt x="1397444" y="65798"/>
                  </a:lnTo>
                  <a:lnTo>
                    <a:pt x="1396949" y="63792"/>
                  </a:lnTo>
                  <a:lnTo>
                    <a:pt x="1392821" y="58204"/>
                  </a:lnTo>
                  <a:lnTo>
                    <a:pt x="1358290" y="47307"/>
                  </a:lnTo>
                  <a:lnTo>
                    <a:pt x="1350746" y="47307"/>
                  </a:lnTo>
                  <a:lnTo>
                    <a:pt x="1308608" y="68389"/>
                  </a:lnTo>
                  <a:lnTo>
                    <a:pt x="1299781" y="82651"/>
                  </a:lnTo>
                  <a:lnTo>
                    <a:pt x="1318691" y="87896"/>
                  </a:lnTo>
                  <a:lnTo>
                    <a:pt x="1322705" y="80784"/>
                  </a:lnTo>
                  <a:lnTo>
                    <a:pt x="1327746" y="75323"/>
                  </a:lnTo>
                  <a:lnTo>
                    <a:pt x="1339964" y="67703"/>
                  </a:lnTo>
                  <a:lnTo>
                    <a:pt x="1346987" y="65798"/>
                  </a:lnTo>
                  <a:lnTo>
                    <a:pt x="1364005" y="65798"/>
                  </a:lnTo>
                  <a:lnTo>
                    <a:pt x="1370418" y="68389"/>
                  </a:lnTo>
                  <a:lnTo>
                    <a:pt x="1377962" y="78765"/>
                  </a:lnTo>
                  <a:lnTo>
                    <a:pt x="1378712" y="85890"/>
                  </a:lnTo>
                  <a:lnTo>
                    <a:pt x="1375803" y="97497"/>
                  </a:lnTo>
                  <a:lnTo>
                    <a:pt x="1380083" y="97497"/>
                  </a:lnTo>
                  <a:lnTo>
                    <a:pt x="1397076" y="97497"/>
                  </a:lnTo>
                  <a:lnTo>
                    <a:pt x="1400289" y="84632"/>
                  </a:lnTo>
                  <a:lnTo>
                    <a:pt x="1400365" y="77470"/>
                  </a:lnTo>
                  <a:close/>
                </a:path>
                <a:path w="1703704" h="177800">
                  <a:moveTo>
                    <a:pt x="1504378" y="49009"/>
                  </a:moveTo>
                  <a:lnTo>
                    <a:pt x="1498307" y="47891"/>
                  </a:lnTo>
                  <a:lnTo>
                    <a:pt x="1485988" y="47777"/>
                  </a:lnTo>
                  <a:lnTo>
                    <a:pt x="1478140" y="49911"/>
                  </a:lnTo>
                  <a:lnTo>
                    <a:pt x="1451292" y="72694"/>
                  </a:lnTo>
                  <a:lnTo>
                    <a:pt x="1450759" y="72694"/>
                  </a:lnTo>
                  <a:lnTo>
                    <a:pt x="1455127" y="50482"/>
                  </a:lnTo>
                  <a:lnTo>
                    <a:pt x="1435087" y="50482"/>
                  </a:lnTo>
                  <a:lnTo>
                    <a:pt x="1403985" y="174904"/>
                  </a:lnTo>
                  <a:lnTo>
                    <a:pt x="1425194" y="174904"/>
                  </a:lnTo>
                  <a:lnTo>
                    <a:pt x="1443748" y="100711"/>
                  </a:lnTo>
                  <a:lnTo>
                    <a:pt x="1447203" y="93091"/>
                  </a:lnTo>
                  <a:lnTo>
                    <a:pt x="1456550" y="80403"/>
                  </a:lnTo>
                  <a:lnTo>
                    <a:pt x="1461998" y="75603"/>
                  </a:lnTo>
                  <a:lnTo>
                    <a:pt x="1474444" y="69037"/>
                  </a:lnTo>
                  <a:lnTo>
                    <a:pt x="1480985" y="67386"/>
                  </a:lnTo>
                  <a:lnTo>
                    <a:pt x="1492415" y="67386"/>
                  </a:lnTo>
                  <a:lnTo>
                    <a:pt x="1496301" y="67805"/>
                  </a:lnTo>
                  <a:lnTo>
                    <a:pt x="1499476" y="68630"/>
                  </a:lnTo>
                  <a:lnTo>
                    <a:pt x="1504378" y="49009"/>
                  </a:lnTo>
                  <a:close/>
                </a:path>
                <a:path w="1703704" h="177800">
                  <a:moveTo>
                    <a:pt x="1593278" y="49009"/>
                  </a:moveTo>
                  <a:lnTo>
                    <a:pt x="1587207" y="47891"/>
                  </a:lnTo>
                  <a:lnTo>
                    <a:pt x="1574888" y="47777"/>
                  </a:lnTo>
                  <a:lnTo>
                    <a:pt x="1567040" y="49911"/>
                  </a:lnTo>
                  <a:lnTo>
                    <a:pt x="1540192" y="72694"/>
                  </a:lnTo>
                  <a:lnTo>
                    <a:pt x="1539659" y="72694"/>
                  </a:lnTo>
                  <a:lnTo>
                    <a:pt x="1544027" y="50482"/>
                  </a:lnTo>
                  <a:lnTo>
                    <a:pt x="1523987" y="50482"/>
                  </a:lnTo>
                  <a:lnTo>
                    <a:pt x="1492885" y="174904"/>
                  </a:lnTo>
                  <a:lnTo>
                    <a:pt x="1514094" y="174904"/>
                  </a:lnTo>
                  <a:lnTo>
                    <a:pt x="1532648" y="100711"/>
                  </a:lnTo>
                  <a:lnTo>
                    <a:pt x="1536103" y="93091"/>
                  </a:lnTo>
                  <a:lnTo>
                    <a:pt x="1545450" y="80403"/>
                  </a:lnTo>
                  <a:lnTo>
                    <a:pt x="1550898" y="75603"/>
                  </a:lnTo>
                  <a:lnTo>
                    <a:pt x="1563344" y="69037"/>
                  </a:lnTo>
                  <a:lnTo>
                    <a:pt x="1569885" y="67386"/>
                  </a:lnTo>
                  <a:lnTo>
                    <a:pt x="1581315" y="67386"/>
                  </a:lnTo>
                  <a:lnTo>
                    <a:pt x="1585201" y="67805"/>
                  </a:lnTo>
                  <a:lnTo>
                    <a:pt x="1588376" y="68630"/>
                  </a:lnTo>
                  <a:lnTo>
                    <a:pt x="1593278" y="49009"/>
                  </a:lnTo>
                  <a:close/>
                </a:path>
                <a:path w="1703704" h="177800">
                  <a:moveTo>
                    <a:pt x="1703171" y="93865"/>
                  </a:moveTo>
                  <a:lnTo>
                    <a:pt x="1685201" y="55372"/>
                  </a:lnTo>
                  <a:lnTo>
                    <a:pt x="1681200" y="53136"/>
                  </a:lnTo>
                  <a:lnTo>
                    <a:pt x="1681200" y="95415"/>
                  </a:lnTo>
                  <a:lnTo>
                    <a:pt x="1680705" y="103466"/>
                  </a:lnTo>
                  <a:lnTo>
                    <a:pt x="1662976" y="143941"/>
                  </a:lnTo>
                  <a:lnTo>
                    <a:pt x="1636014" y="159232"/>
                  </a:lnTo>
                  <a:lnTo>
                    <a:pt x="1619402" y="159232"/>
                  </a:lnTo>
                  <a:lnTo>
                    <a:pt x="1597291" y="129832"/>
                  </a:lnTo>
                  <a:lnTo>
                    <a:pt x="1597799" y="121729"/>
                  </a:lnTo>
                  <a:lnTo>
                    <a:pt x="1615605" y="81432"/>
                  </a:lnTo>
                  <a:lnTo>
                    <a:pt x="1642821" y="66154"/>
                  </a:lnTo>
                  <a:lnTo>
                    <a:pt x="1659318" y="66154"/>
                  </a:lnTo>
                  <a:lnTo>
                    <a:pt x="1665884" y="68122"/>
                  </a:lnTo>
                  <a:lnTo>
                    <a:pt x="1675536" y="75971"/>
                  </a:lnTo>
                  <a:lnTo>
                    <a:pt x="1678597" y="81432"/>
                  </a:lnTo>
                  <a:lnTo>
                    <a:pt x="1681200" y="95415"/>
                  </a:lnTo>
                  <a:lnTo>
                    <a:pt x="1681200" y="53136"/>
                  </a:lnTo>
                  <a:lnTo>
                    <a:pt x="1678901" y="51841"/>
                  </a:lnTo>
                  <a:lnTo>
                    <a:pt x="1671891" y="49314"/>
                  </a:lnTo>
                  <a:lnTo>
                    <a:pt x="1664169" y="47802"/>
                  </a:lnTo>
                  <a:lnTo>
                    <a:pt x="1655749" y="47307"/>
                  </a:lnTo>
                  <a:lnTo>
                    <a:pt x="1646986" y="47802"/>
                  </a:lnTo>
                  <a:lnTo>
                    <a:pt x="1607261" y="65125"/>
                  </a:lnTo>
                  <a:lnTo>
                    <a:pt x="1581213" y="103073"/>
                  </a:lnTo>
                  <a:lnTo>
                    <a:pt x="1581099" y="103466"/>
                  </a:lnTo>
                  <a:lnTo>
                    <a:pt x="1578330" y="112572"/>
                  </a:lnTo>
                  <a:lnTo>
                    <a:pt x="1576451" y="122097"/>
                  </a:lnTo>
                  <a:lnTo>
                    <a:pt x="1575790" y="129832"/>
                  </a:lnTo>
                  <a:lnTo>
                    <a:pt x="1575701" y="131406"/>
                  </a:lnTo>
                  <a:lnTo>
                    <a:pt x="1576044" y="139306"/>
                  </a:lnTo>
                  <a:lnTo>
                    <a:pt x="1599819" y="173139"/>
                  </a:lnTo>
                  <a:lnTo>
                    <a:pt x="1623174" y="177609"/>
                  </a:lnTo>
                  <a:lnTo>
                    <a:pt x="1631848" y="177114"/>
                  </a:lnTo>
                  <a:lnTo>
                    <a:pt x="1671447" y="160007"/>
                  </a:lnTo>
                  <a:lnTo>
                    <a:pt x="1672285" y="159232"/>
                  </a:lnTo>
                  <a:lnTo>
                    <a:pt x="1678038" y="153924"/>
                  </a:lnTo>
                  <a:lnTo>
                    <a:pt x="1700580" y="112572"/>
                  </a:lnTo>
                  <a:lnTo>
                    <a:pt x="1703108" y="95415"/>
                  </a:lnTo>
                  <a:lnTo>
                    <a:pt x="1703171" y="93865"/>
                  </a:lnTo>
                  <a:close/>
                </a:path>
              </a:pathLst>
            </a:custGeom>
            <a:solidFill>
              <a:srgbClr val="0A3C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085261" y="8626292"/>
              <a:ext cx="287526" cy="12948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436472" y="8572447"/>
              <a:ext cx="1534669" cy="18392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035379" y="8575805"/>
              <a:ext cx="2115454" cy="18062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2225452" y="8577643"/>
              <a:ext cx="728345" cy="179070"/>
            </a:xfrm>
            <a:custGeom>
              <a:avLst/>
              <a:gdLst/>
              <a:ahLst/>
              <a:cxnLst/>
              <a:rect l="l" t="t" r="r" b="b"/>
              <a:pathLst>
                <a:path w="728345" h="179070">
                  <a:moveTo>
                    <a:pt x="187871" y="51600"/>
                  </a:moveTo>
                  <a:lnTo>
                    <a:pt x="164477" y="51600"/>
                  </a:lnTo>
                  <a:lnTo>
                    <a:pt x="111404" y="154749"/>
                  </a:lnTo>
                  <a:lnTo>
                    <a:pt x="110642" y="154749"/>
                  </a:lnTo>
                  <a:lnTo>
                    <a:pt x="105397" y="51600"/>
                  </a:lnTo>
                  <a:lnTo>
                    <a:pt x="81356" y="51600"/>
                  </a:lnTo>
                  <a:lnTo>
                    <a:pt x="26212" y="153339"/>
                  </a:lnTo>
                  <a:lnTo>
                    <a:pt x="25692" y="153339"/>
                  </a:lnTo>
                  <a:lnTo>
                    <a:pt x="23863" y="51600"/>
                  </a:lnTo>
                  <a:lnTo>
                    <a:pt x="0" y="51600"/>
                  </a:lnTo>
                  <a:lnTo>
                    <a:pt x="5778" y="176022"/>
                  </a:lnTo>
                  <a:lnTo>
                    <a:pt x="31521" y="176022"/>
                  </a:lnTo>
                  <a:lnTo>
                    <a:pt x="87426" y="74041"/>
                  </a:lnTo>
                  <a:lnTo>
                    <a:pt x="88366" y="74041"/>
                  </a:lnTo>
                  <a:lnTo>
                    <a:pt x="92900" y="176022"/>
                  </a:lnTo>
                  <a:lnTo>
                    <a:pt x="119646" y="176022"/>
                  </a:lnTo>
                  <a:lnTo>
                    <a:pt x="187871" y="51600"/>
                  </a:lnTo>
                  <a:close/>
                </a:path>
                <a:path w="728345" h="179070">
                  <a:moveTo>
                    <a:pt x="223139" y="51600"/>
                  </a:moveTo>
                  <a:lnTo>
                    <a:pt x="201930" y="51600"/>
                  </a:lnTo>
                  <a:lnTo>
                    <a:pt x="170827" y="176022"/>
                  </a:lnTo>
                  <a:lnTo>
                    <a:pt x="192036" y="176022"/>
                  </a:lnTo>
                  <a:lnTo>
                    <a:pt x="223139" y="51600"/>
                  </a:lnTo>
                  <a:close/>
                </a:path>
                <a:path w="728345" h="179070">
                  <a:moveTo>
                    <a:pt x="236181" y="9728"/>
                  </a:moveTo>
                  <a:lnTo>
                    <a:pt x="235800" y="6438"/>
                  </a:lnTo>
                  <a:lnTo>
                    <a:pt x="234035" y="3886"/>
                  </a:lnTo>
                  <a:lnTo>
                    <a:pt x="232308" y="1295"/>
                  </a:lnTo>
                  <a:lnTo>
                    <a:pt x="229400" y="0"/>
                  </a:lnTo>
                  <a:lnTo>
                    <a:pt x="221386" y="0"/>
                  </a:lnTo>
                  <a:lnTo>
                    <a:pt x="217881" y="1295"/>
                  </a:lnTo>
                  <a:lnTo>
                    <a:pt x="211175" y="6629"/>
                  </a:lnTo>
                  <a:lnTo>
                    <a:pt x="209042" y="9893"/>
                  </a:lnTo>
                  <a:lnTo>
                    <a:pt x="207111" y="17551"/>
                  </a:lnTo>
                  <a:lnTo>
                    <a:pt x="207632" y="20751"/>
                  </a:lnTo>
                  <a:lnTo>
                    <a:pt x="209588" y="23380"/>
                  </a:lnTo>
                  <a:lnTo>
                    <a:pt x="211594" y="26009"/>
                  </a:lnTo>
                  <a:lnTo>
                    <a:pt x="214553" y="27330"/>
                  </a:lnTo>
                  <a:lnTo>
                    <a:pt x="222415" y="27330"/>
                  </a:lnTo>
                  <a:lnTo>
                    <a:pt x="225933" y="26009"/>
                  </a:lnTo>
                  <a:lnTo>
                    <a:pt x="232168" y="20751"/>
                  </a:lnTo>
                  <a:lnTo>
                    <a:pt x="234213" y="17551"/>
                  </a:lnTo>
                  <a:lnTo>
                    <a:pt x="236181" y="9728"/>
                  </a:lnTo>
                  <a:close/>
                </a:path>
                <a:path w="728345" h="179070">
                  <a:moveTo>
                    <a:pt x="350939" y="82092"/>
                  </a:moveTo>
                  <a:lnTo>
                    <a:pt x="324180" y="49352"/>
                  </a:lnTo>
                  <a:lnTo>
                    <a:pt x="314998" y="48653"/>
                  </a:lnTo>
                  <a:lnTo>
                    <a:pt x="308533" y="49047"/>
                  </a:lnTo>
                  <a:lnTo>
                    <a:pt x="273304" y="67221"/>
                  </a:lnTo>
                  <a:lnTo>
                    <a:pt x="268693" y="72517"/>
                  </a:lnTo>
                  <a:lnTo>
                    <a:pt x="268173" y="72517"/>
                  </a:lnTo>
                  <a:lnTo>
                    <a:pt x="272237" y="51600"/>
                  </a:lnTo>
                  <a:lnTo>
                    <a:pt x="252196" y="51600"/>
                  </a:lnTo>
                  <a:lnTo>
                    <a:pt x="221094" y="176022"/>
                  </a:lnTo>
                  <a:lnTo>
                    <a:pt x="242303" y="176022"/>
                  </a:lnTo>
                  <a:lnTo>
                    <a:pt x="261429" y="99441"/>
                  </a:lnTo>
                  <a:lnTo>
                    <a:pt x="264960" y="92049"/>
                  </a:lnTo>
                  <a:lnTo>
                    <a:pt x="274828" y="79717"/>
                  </a:lnTo>
                  <a:lnTo>
                    <a:pt x="280416" y="75107"/>
                  </a:lnTo>
                  <a:lnTo>
                    <a:pt x="292912" y="68973"/>
                  </a:lnTo>
                  <a:lnTo>
                    <a:pt x="299237" y="67449"/>
                  </a:lnTo>
                  <a:lnTo>
                    <a:pt x="313956" y="67449"/>
                  </a:lnTo>
                  <a:lnTo>
                    <a:pt x="320141" y="69888"/>
                  </a:lnTo>
                  <a:lnTo>
                    <a:pt x="328269" y="79616"/>
                  </a:lnTo>
                  <a:lnTo>
                    <a:pt x="329120" y="86829"/>
                  </a:lnTo>
                  <a:lnTo>
                    <a:pt x="306806" y="176022"/>
                  </a:lnTo>
                  <a:lnTo>
                    <a:pt x="328256" y="176022"/>
                  </a:lnTo>
                  <a:lnTo>
                    <a:pt x="349288" y="91897"/>
                  </a:lnTo>
                  <a:lnTo>
                    <a:pt x="350939" y="82092"/>
                  </a:lnTo>
                  <a:close/>
                </a:path>
                <a:path w="728345" h="179070">
                  <a:moveTo>
                    <a:pt x="477939" y="82092"/>
                  </a:moveTo>
                  <a:lnTo>
                    <a:pt x="451180" y="49352"/>
                  </a:lnTo>
                  <a:lnTo>
                    <a:pt x="441998" y="48653"/>
                  </a:lnTo>
                  <a:lnTo>
                    <a:pt x="435533" y="49047"/>
                  </a:lnTo>
                  <a:lnTo>
                    <a:pt x="400304" y="67221"/>
                  </a:lnTo>
                  <a:lnTo>
                    <a:pt x="395693" y="72517"/>
                  </a:lnTo>
                  <a:lnTo>
                    <a:pt x="395173" y="72517"/>
                  </a:lnTo>
                  <a:lnTo>
                    <a:pt x="399237" y="51600"/>
                  </a:lnTo>
                  <a:lnTo>
                    <a:pt x="379196" y="51600"/>
                  </a:lnTo>
                  <a:lnTo>
                    <a:pt x="348094" y="176022"/>
                  </a:lnTo>
                  <a:lnTo>
                    <a:pt x="369303" y="176022"/>
                  </a:lnTo>
                  <a:lnTo>
                    <a:pt x="388429" y="99441"/>
                  </a:lnTo>
                  <a:lnTo>
                    <a:pt x="391960" y="92049"/>
                  </a:lnTo>
                  <a:lnTo>
                    <a:pt x="401828" y="79717"/>
                  </a:lnTo>
                  <a:lnTo>
                    <a:pt x="407416" y="75107"/>
                  </a:lnTo>
                  <a:lnTo>
                    <a:pt x="419912" y="68973"/>
                  </a:lnTo>
                  <a:lnTo>
                    <a:pt x="426237" y="67449"/>
                  </a:lnTo>
                  <a:lnTo>
                    <a:pt x="440956" y="67449"/>
                  </a:lnTo>
                  <a:lnTo>
                    <a:pt x="447141" y="69888"/>
                  </a:lnTo>
                  <a:lnTo>
                    <a:pt x="455269" y="79616"/>
                  </a:lnTo>
                  <a:lnTo>
                    <a:pt x="456120" y="86829"/>
                  </a:lnTo>
                  <a:lnTo>
                    <a:pt x="433806" y="176022"/>
                  </a:lnTo>
                  <a:lnTo>
                    <a:pt x="455256" y="176022"/>
                  </a:lnTo>
                  <a:lnTo>
                    <a:pt x="476288" y="91897"/>
                  </a:lnTo>
                  <a:lnTo>
                    <a:pt x="477939" y="82092"/>
                  </a:lnTo>
                  <a:close/>
                </a:path>
                <a:path w="728345" h="179070">
                  <a:moveTo>
                    <a:pt x="603186" y="89941"/>
                  </a:moveTo>
                  <a:lnTo>
                    <a:pt x="602399" y="81826"/>
                  </a:lnTo>
                  <a:lnTo>
                    <a:pt x="600544" y="74383"/>
                  </a:lnTo>
                  <a:lnTo>
                    <a:pt x="600481" y="74244"/>
                  </a:lnTo>
                  <a:lnTo>
                    <a:pt x="597611" y="67818"/>
                  </a:lnTo>
                  <a:lnTo>
                    <a:pt x="597192" y="67208"/>
                  </a:lnTo>
                  <a:lnTo>
                    <a:pt x="593623" y="62103"/>
                  </a:lnTo>
                  <a:lnTo>
                    <a:pt x="588556" y="57251"/>
                  </a:lnTo>
                  <a:lnTo>
                    <a:pt x="582714" y="53517"/>
                  </a:lnTo>
                  <a:lnTo>
                    <a:pt x="582714" y="94424"/>
                  </a:lnTo>
                  <a:lnTo>
                    <a:pt x="582650" y="94767"/>
                  </a:lnTo>
                  <a:lnTo>
                    <a:pt x="581609" y="101257"/>
                  </a:lnTo>
                  <a:lnTo>
                    <a:pt x="509816" y="101257"/>
                  </a:lnTo>
                  <a:lnTo>
                    <a:pt x="541274" y="68884"/>
                  </a:lnTo>
                  <a:lnTo>
                    <a:pt x="547814" y="67208"/>
                  </a:lnTo>
                  <a:lnTo>
                    <a:pt x="560768" y="67208"/>
                  </a:lnTo>
                  <a:lnTo>
                    <a:pt x="580250" y="83350"/>
                  </a:lnTo>
                  <a:lnTo>
                    <a:pt x="582256" y="88455"/>
                  </a:lnTo>
                  <a:lnTo>
                    <a:pt x="582371" y="89941"/>
                  </a:lnTo>
                  <a:lnTo>
                    <a:pt x="582714" y="94424"/>
                  </a:lnTo>
                  <a:lnTo>
                    <a:pt x="582714" y="53517"/>
                  </a:lnTo>
                  <a:lnTo>
                    <a:pt x="582523" y="53390"/>
                  </a:lnTo>
                  <a:lnTo>
                    <a:pt x="575627" y="50622"/>
                  </a:lnTo>
                  <a:lnTo>
                    <a:pt x="567639" y="48920"/>
                  </a:lnTo>
                  <a:lnTo>
                    <a:pt x="567105" y="48920"/>
                  </a:lnTo>
                  <a:lnTo>
                    <a:pt x="559219" y="48425"/>
                  </a:lnTo>
                  <a:lnTo>
                    <a:pt x="519480" y="60934"/>
                  </a:lnTo>
                  <a:lnTo>
                    <a:pt x="490943" y="94767"/>
                  </a:lnTo>
                  <a:lnTo>
                    <a:pt x="482727" y="122339"/>
                  </a:lnTo>
                  <a:lnTo>
                    <a:pt x="481926" y="131089"/>
                  </a:lnTo>
                  <a:lnTo>
                    <a:pt x="499071" y="170370"/>
                  </a:lnTo>
                  <a:lnTo>
                    <a:pt x="528472" y="178549"/>
                  </a:lnTo>
                  <a:lnTo>
                    <a:pt x="535063" y="178269"/>
                  </a:lnTo>
                  <a:lnTo>
                    <a:pt x="576084" y="160235"/>
                  </a:lnTo>
                  <a:lnTo>
                    <a:pt x="590384" y="141681"/>
                  </a:lnTo>
                  <a:lnTo>
                    <a:pt x="572655" y="136309"/>
                  </a:lnTo>
                  <a:lnTo>
                    <a:pt x="568172" y="144170"/>
                  </a:lnTo>
                  <a:lnTo>
                    <a:pt x="562737" y="150114"/>
                  </a:lnTo>
                  <a:lnTo>
                    <a:pt x="549935" y="158203"/>
                  </a:lnTo>
                  <a:lnTo>
                    <a:pt x="542683" y="160235"/>
                  </a:lnTo>
                  <a:lnTo>
                    <a:pt x="526427" y="160235"/>
                  </a:lnTo>
                  <a:lnTo>
                    <a:pt x="519518" y="158203"/>
                  </a:lnTo>
                  <a:lnTo>
                    <a:pt x="519684" y="158203"/>
                  </a:lnTo>
                  <a:lnTo>
                    <a:pt x="514680" y="154406"/>
                  </a:lnTo>
                  <a:lnTo>
                    <a:pt x="509612" y="150469"/>
                  </a:lnTo>
                  <a:lnTo>
                    <a:pt x="506399" y="144932"/>
                  </a:lnTo>
                  <a:lnTo>
                    <a:pt x="505028" y="137782"/>
                  </a:lnTo>
                  <a:lnTo>
                    <a:pt x="503682" y="130594"/>
                  </a:lnTo>
                  <a:lnTo>
                    <a:pt x="504342" y="122339"/>
                  </a:lnTo>
                  <a:lnTo>
                    <a:pt x="504393" y="122148"/>
                  </a:lnTo>
                  <a:lnTo>
                    <a:pt x="505752" y="117284"/>
                  </a:lnTo>
                  <a:lnTo>
                    <a:pt x="598639" y="117284"/>
                  </a:lnTo>
                  <a:lnTo>
                    <a:pt x="601294" y="107670"/>
                  </a:lnTo>
                  <a:lnTo>
                    <a:pt x="601421" y="106921"/>
                  </a:lnTo>
                  <a:lnTo>
                    <a:pt x="602818" y="98552"/>
                  </a:lnTo>
                  <a:lnTo>
                    <a:pt x="603186" y="89941"/>
                  </a:lnTo>
                  <a:close/>
                </a:path>
                <a:path w="728345" h="179070">
                  <a:moveTo>
                    <a:pt x="702487" y="50126"/>
                  </a:moveTo>
                  <a:lnTo>
                    <a:pt x="696417" y="49009"/>
                  </a:lnTo>
                  <a:lnTo>
                    <a:pt x="684098" y="48895"/>
                  </a:lnTo>
                  <a:lnTo>
                    <a:pt x="676249" y="51028"/>
                  </a:lnTo>
                  <a:lnTo>
                    <a:pt x="649401" y="73812"/>
                  </a:lnTo>
                  <a:lnTo>
                    <a:pt x="648868" y="73812"/>
                  </a:lnTo>
                  <a:lnTo>
                    <a:pt x="653237" y="51600"/>
                  </a:lnTo>
                  <a:lnTo>
                    <a:pt x="633196" y="51600"/>
                  </a:lnTo>
                  <a:lnTo>
                    <a:pt x="602094" y="176022"/>
                  </a:lnTo>
                  <a:lnTo>
                    <a:pt x="623303" y="176022"/>
                  </a:lnTo>
                  <a:lnTo>
                    <a:pt x="641858" y="101828"/>
                  </a:lnTo>
                  <a:lnTo>
                    <a:pt x="645312" y="94208"/>
                  </a:lnTo>
                  <a:lnTo>
                    <a:pt x="654659" y="81521"/>
                  </a:lnTo>
                  <a:lnTo>
                    <a:pt x="660107" y="76720"/>
                  </a:lnTo>
                  <a:lnTo>
                    <a:pt x="672553" y="70154"/>
                  </a:lnTo>
                  <a:lnTo>
                    <a:pt x="679094" y="68503"/>
                  </a:lnTo>
                  <a:lnTo>
                    <a:pt x="690524" y="68503"/>
                  </a:lnTo>
                  <a:lnTo>
                    <a:pt x="694410" y="68922"/>
                  </a:lnTo>
                  <a:lnTo>
                    <a:pt x="697585" y="69748"/>
                  </a:lnTo>
                  <a:lnTo>
                    <a:pt x="702487" y="50126"/>
                  </a:lnTo>
                  <a:close/>
                </a:path>
                <a:path w="728345" h="179070">
                  <a:moveTo>
                    <a:pt x="727875" y="158940"/>
                  </a:moveTo>
                  <a:lnTo>
                    <a:pt x="727290" y="155384"/>
                  </a:lnTo>
                  <a:lnTo>
                    <a:pt x="722807" y="149606"/>
                  </a:lnTo>
                  <a:lnTo>
                    <a:pt x="719543" y="148158"/>
                  </a:lnTo>
                  <a:lnTo>
                    <a:pt x="711022" y="148158"/>
                  </a:lnTo>
                  <a:lnTo>
                    <a:pt x="707059" y="149606"/>
                  </a:lnTo>
                  <a:lnTo>
                    <a:pt x="699681" y="155384"/>
                  </a:lnTo>
                  <a:lnTo>
                    <a:pt x="697306" y="158940"/>
                  </a:lnTo>
                  <a:lnTo>
                    <a:pt x="695185" y="167462"/>
                  </a:lnTo>
                  <a:lnTo>
                    <a:pt x="695744" y="171069"/>
                  </a:lnTo>
                  <a:lnTo>
                    <a:pt x="700189" y="176999"/>
                  </a:lnTo>
                  <a:lnTo>
                    <a:pt x="703427" y="178498"/>
                  </a:lnTo>
                  <a:lnTo>
                    <a:pt x="707669" y="178498"/>
                  </a:lnTo>
                  <a:lnTo>
                    <a:pt x="712063" y="178498"/>
                  </a:lnTo>
                  <a:lnTo>
                    <a:pt x="716089" y="176999"/>
                  </a:lnTo>
                  <a:lnTo>
                    <a:pt x="723392" y="171069"/>
                  </a:lnTo>
                  <a:lnTo>
                    <a:pt x="725754" y="167462"/>
                  </a:lnTo>
                  <a:lnTo>
                    <a:pt x="727875" y="158940"/>
                  </a:lnTo>
                  <a:close/>
                </a:path>
              </a:pathLst>
            </a:custGeom>
            <a:solidFill>
              <a:srgbClr val="0A3C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96134" y="8864221"/>
              <a:ext cx="1120276" cy="13349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83100" y="5765800"/>
              <a:ext cx="6515100" cy="17780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73600" y="5930900"/>
              <a:ext cx="6146800" cy="139700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5041900" y="1734187"/>
            <a:ext cx="3792220" cy="1781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226695">
              <a:lnSpc>
                <a:spcPct val="122800"/>
              </a:lnSpc>
              <a:spcBef>
                <a:spcPts val="125"/>
              </a:spcBef>
            </a:pP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SELECT</a:t>
            </a:r>
            <a:r>
              <a:rPr sz="1900" spc="-34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70" dirty="0">
                <a:solidFill>
                  <a:srgbClr val="D6ECE9"/>
                </a:solidFill>
                <a:latin typeface="Lucida Sans Unicode"/>
                <a:cs typeface="Lucida Sans Unicode"/>
              </a:rPr>
              <a:t>original_title,</a:t>
            </a:r>
            <a:r>
              <a:rPr sz="1900" spc="-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00" dirty="0">
                <a:solidFill>
                  <a:srgbClr val="D6ECE9"/>
                </a:solidFill>
                <a:latin typeface="Lucida Sans Unicode"/>
                <a:cs typeface="Lucida Sans Unicode"/>
              </a:rPr>
              <a:t>vote_average </a:t>
            </a:r>
            <a:r>
              <a:rPr sz="1900" spc="-65" dirty="0">
                <a:solidFill>
                  <a:srgbClr val="D6ECE9"/>
                </a:solidFill>
                <a:latin typeface="Lucida Sans Unicode"/>
                <a:cs typeface="Lucida Sans Unicode"/>
              </a:rPr>
              <a:t>FROM</a:t>
            </a:r>
            <a:r>
              <a:rPr sz="1900" spc="-22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D6ECE9"/>
                </a:solidFill>
                <a:latin typeface="Lucida Sans Unicode"/>
                <a:cs typeface="Lucida Sans Unicode"/>
              </a:rPr>
              <a:t>movies</a:t>
            </a:r>
            <a:endParaRPr sz="1900">
              <a:latin typeface="Lucida Sans Unicode"/>
              <a:cs typeface="Lucida Sans Unicode"/>
            </a:endParaRPr>
          </a:p>
          <a:p>
            <a:pPr marL="12700" marR="5080">
              <a:lnSpc>
                <a:spcPts val="2800"/>
              </a:lnSpc>
              <a:spcBef>
                <a:spcPts val="80"/>
              </a:spcBef>
            </a:pPr>
            <a:r>
              <a:rPr sz="1900" spc="-10" dirty="0">
                <a:solidFill>
                  <a:srgbClr val="D6ECE9"/>
                </a:solidFill>
                <a:latin typeface="Lucida Sans Unicode"/>
                <a:cs typeface="Lucida Sans Unicode"/>
              </a:rPr>
              <a:t>WHERE</a:t>
            </a:r>
            <a:r>
              <a:rPr sz="1900" spc="-12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30" dirty="0">
                <a:solidFill>
                  <a:srgbClr val="D6ECE9"/>
                </a:solidFill>
                <a:latin typeface="Lucida Sans Unicode"/>
                <a:cs typeface="Lucida Sans Unicode"/>
              </a:rPr>
              <a:t>release_date</a:t>
            </a:r>
            <a:r>
              <a:rPr sz="1900" spc="-17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850" spc="-390" dirty="0">
                <a:solidFill>
                  <a:srgbClr val="D6ECE9"/>
                </a:solidFill>
                <a:latin typeface="Lucida Sans Unicode"/>
                <a:cs typeface="Lucida Sans Unicode"/>
              </a:rPr>
              <a:t>&gt;=</a:t>
            </a:r>
            <a:r>
              <a:rPr sz="1850" spc="-12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50" dirty="0">
                <a:solidFill>
                  <a:srgbClr val="D6ECE9"/>
                </a:solidFill>
                <a:latin typeface="Lucida Sans Unicode"/>
                <a:cs typeface="Lucida Sans Unicode"/>
              </a:rPr>
              <a:t>'</a:t>
            </a:r>
            <a:r>
              <a:rPr sz="1850" spc="-150" dirty="0">
                <a:solidFill>
                  <a:srgbClr val="D6ECE9"/>
                </a:solidFill>
                <a:latin typeface="Lucida Sans Unicode"/>
                <a:cs typeface="Lucida Sans Unicode"/>
              </a:rPr>
              <a:t>2000</a:t>
            </a:r>
            <a:r>
              <a:rPr sz="1900" spc="-150" dirty="0">
                <a:solidFill>
                  <a:srgbClr val="D6ECE9"/>
                </a:solidFill>
                <a:latin typeface="Lucida Sans Unicode"/>
                <a:cs typeface="Lucida Sans Unicode"/>
              </a:rPr>
              <a:t>-</a:t>
            </a:r>
            <a:r>
              <a:rPr sz="1850" spc="-360" dirty="0">
                <a:solidFill>
                  <a:srgbClr val="D6ECE9"/>
                </a:solidFill>
                <a:latin typeface="Lucida Sans Unicode"/>
                <a:cs typeface="Lucida Sans Unicode"/>
              </a:rPr>
              <a:t>01</a:t>
            </a:r>
            <a:r>
              <a:rPr sz="1900" spc="-360" dirty="0">
                <a:solidFill>
                  <a:srgbClr val="D6ECE9"/>
                </a:solidFill>
                <a:latin typeface="Lucida Sans Unicode"/>
                <a:cs typeface="Lucida Sans Unicode"/>
              </a:rPr>
              <a:t>-</a:t>
            </a:r>
            <a:r>
              <a:rPr sz="1850" spc="-204" dirty="0">
                <a:solidFill>
                  <a:srgbClr val="D6ECE9"/>
                </a:solidFill>
                <a:latin typeface="Lucida Sans Unicode"/>
                <a:cs typeface="Lucida Sans Unicode"/>
              </a:rPr>
              <a:t>01</a:t>
            </a:r>
            <a:r>
              <a:rPr sz="1900" spc="-204" dirty="0">
                <a:solidFill>
                  <a:srgbClr val="D6ECE9"/>
                </a:solidFill>
                <a:latin typeface="Lucida Sans Unicode"/>
                <a:cs typeface="Lucida Sans Unicode"/>
              </a:rPr>
              <a:t>' </a:t>
            </a:r>
            <a:r>
              <a:rPr sz="1900" spc="-85" dirty="0">
                <a:solidFill>
                  <a:srgbClr val="D6ECE9"/>
                </a:solidFill>
                <a:latin typeface="Lucida Sans Unicode"/>
                <a:cs typeface="Lucida Sans Unicode"/>
              </a:rPr>
              <a:t>ORDER</a:t>
            </a:r>
            <a:r>
              <a:rPr sz="1900" spc="-24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90" dirty="0">
                <a:solidFill>
                  <a:srgbClr val="D6ECE9"/>
                </a:solidFill>
                <a:latin typeface="Lucida Sans Unicode"/>
                <a:cs typeface="Lucida Sans Unicode"/>
              </a:rPr>
              <a:t>BY</a:t>
            </a:r>
            <a:r>
              <a:rPr sz="1900" spc="-34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20" dirty="0">
                <a:solidFill>
                  <a:srgbClr val="D6ECE9"/>
                </a:solidFill>
                <a:latin typeface="Lucida Sans Unicode"/>
                <a:cs typeface="Lucida Sans Unicode"/>
              </a:rPr>
              <a:t>vote_average</a:t>
            </a:r>
            <a:r>
              <a:rPr sz="1900" spc="-15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DESC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900" spc="-110" dirty="0">
                <a:solidFill>
                  <a:srgbClr val="D6ECE9"/>
                </a:solidFill>
                <a:latin typeface="Lucida Sans Unicode"/>
                <a:cs typeface="Lucida Sans Unicode"/>
              </a:rPr>
              <a:t>LIMIT</a:t>
            </a:r>
            <a:r>
              <a:rPr sz="1900" spc="-24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850" spc="-385" dirty="0">
                <a:solidFill>
                  <a:srgbClr val="D6ECE9"/>
                </a:solidFill>
                <a:latin typeface="Lucida Sans Unicode"/>
                <a:cs typeface="Lucida Sans Unicode"/>
              </a:rPr>
              <a:t>1</a:t>
            </a:r>
            <a:r>
              <a:rPr sz="1900" spc="-385" dirty="0">
                <a:solidFill>
                  <a:srgbClr val="D6ECE9"/>
                </a:solidFill>
                <a:latin typeface="Lucida Sans Unicode"/>
                <a:cs typeface="Lucida Sans Unicode"/>
              </a:rPr>
              <a:t>;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spc="-434" dirty="0"/>
              <a:t>12</a:t>
            </a:fld>
            <a:endParaRPr spc="-434" dirty="0"/>
          </a:p>
        </p:txBody>
      </p:sp>
      <p:sp>
        <p:nvSpPr>
          <p:cNvPr id="37" name="object 37"/>
          <p:cNvSpPr txBox="1"/>
          <p:nvPr/>
        </p:nvSpPr>
        <p:spPr>
          <a:xfrm>
            <a:off x="11137900" y="1527651"/>
            <a:ext cx="1879600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40" dirty="0">
                <a:solidFill>
                  <a:srgbClr val="C26F3C"/>
                </a:solidFill>
                <a:latin typeface="Arial"/>
                <a:cs typeface="Arial"/>
              </a:rPr>
              <a:t>H</a:t>
            </a:r>
            <a:r>
              <a:rPr sz="1550" b="1" spc="-13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45" dirty="0">
                <a:solidFill>
                  <a:srgbClr val="C26F3C"/>
                </a:solidFill>
                <a:latin typeface="Arial"/>
                <a:cs typeface="Arial"/>
              </a:rPr>
              <a:t>O</a:t>
            </a:r>
            <a:r>
              <a:rPr sz="1550" b="1" spc="-204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290" dirty="0">
                <a:solidFill>
                  <a:srgbClr val="C26F3C"/>
                </a:solidFill>
                <a:latin typeface="Arial"/>
                <a:cs typeface="Arial"/>
              </a:rPr>
              <a:t>W</a:t>
            </a:r>
            <a:r>
              <a:rPr sz="1550" b="1" spc="31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90" dirty="0">
                <a:solidFill>
                  <a:srgbClr val="C26F3C"/>
                </a:solidFill>
                <a:latin typeface="Arial"/>
                <a:cs typeface="Arial"/>
              </a:rPr>
              <a:t>I</a:t>
            </a:r>
            <a:r>
              <a:rPr sz="1550" b="1" spc="-17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55" dirty="0">
                <a:solidFill>
                  <a:srgbClr val="C26F3C"/>
                </a:solidFill>
                <a:latin typeface="Arial"/>
                <a:cs typeface="Arial"/>
              </a:rPr>
              <a:t>T</a:t>
            </a:r>
            <a:r>
              <a:rPr sz="1550" b="1" spc="47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145" dirty="0">
                <a:solidFill>
                  <a:srgbClr val="C26F3C"/>
                </a:solidFill>
                <a:latin typeface="Arial"/>
                <a:cs typeface="Arial"/>
              </a:rPr>
              <a:t>WO</a:t>
            </a:r>
            <a:r>
              <a:rPr sz="1550" b="1" spc="-21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35" dirty="0">
                <a:solidFill>
                  <a:srgbClr val="C26F3C"/>
                </a:solidFill>
                <a:latin typeface="Arial"/>
                <a:cs typeface="Arial"/>
              </a:rPr>
              <a:t>KS</a:t>
            </a:r>
            <a:endParaRPr sz="15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1137900" y="1890814"/>
            <a:ext cx="4618355" cy="1851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54000" marR="685800" indent="-241300">
              <a:lnSpc>
                <a:spcPts val="2000"/>
              </a:lnSpc>
              <a:spcBef>
                <a:spcPts val="310"/>
              </a:spcBef>
              <a:buChar char="•"/>
              <a:tabLst>
                <a:tab pos="254000" algn="l"/>
              </a:tabLst>
            </a:pP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WHERE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14" dirty="0">
                <a:solidFill>
                  <a:srgbClr val="202F2E"/>
                </a:solidFill>
                <a:latin typeface="Lucida Sans Unicode"/>
                <a:cs typeface="Lucida Sans Unicode"/>
              </a:rPr>
              <a:t>release_date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750" spc="-340" dirty="0">
                <a:solidFill>
                  <a:srgbClr val="202F2E"/>
                </a:solidFill>
                <a:latin typeface="Lucida Sans Unicode"/>
                <a:cs typeface="Lucida Sans Unicode"/>
              </a:rPr>
              <a:t>&gt;=</a:t>
            </a:r>
            <a:r>
              <a:rPr sz="175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70" dirty="0">
                <a:solidFill>
                  <a:srgbClr val="202F2E"/>
                </a:solidFill>
                <a:latin typeface="Lucida Sans Unicode"/>
                <a:cs typeface="Lucida Sans Unicode"/>
              </a:rPr>
              <a:t>...</a:t>
            </a:r>
            <a:r>
              <a:rPr sz="1800" spc="-7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18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125" dirty="0">
                <a:solidFill>
                  <a:srgbClr val="202F2E"/>
                </a:solidFill>
                <a:latin typeface="Lucida Sans Unicode"/>
                <a:cs typeface="Lucida Sans Unicode"/>
              </a:rPr>
              <a:t>filters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202F2E"/>
                </a:solidFill>
                <a:latin typeface="Lucida Sans Unicode"/>
                <a:cs typeface="Lucida Sans Unicode"/>
              </a:rPr>
              <a:t>to </a:t>
            </a:r>
            <a:r>
              <a:rPr sz="1800" spc="-160" dirty="0">
                <a:solidFill>
                  <a:srgbClr val="202F2E"/>
                </a:solidFill>
                <a:latin typeface="Lucida Sans Unicode"/>
                <a:cs typeface="Lucida Sans Unicode"/>
              </a:rPr>
              <a:t>year-</a:t>
            </a:r>
            <a:r>
              <a:rPr sz="1750" spc="-145" dirty="0">
                <a:solidFill>
                  <a:srgbClr val="202F2E"/>
                </a:solidFill>
                <a:latin typeface="Lucida Sans Unicode"/>
                <a:cs typeface="Lucida Sans Unicode"/>
              </a:rPr>
              <a:t>2000</a:t>
            </a:r>
            <a:r>
              <a:rPr sz="1800" spc="-145" dirty="0">
                <a:solidFill>
                  <a:srgbClr val="202F2E"/>
                </a:solidFill>
                <a:latin typeface="Lucida Sans Unicode"/>
                <a:cs typeface="Lucida Sans Unicode"/>
              </a:rPr>
              <a:t>-</a:t>
            </a:r>
            <a:r>
              <a:rPr sz="1800" spc="-120" dirty="0">
                <a:solidFill>
                  <a:srgbClr val="202F2E"/>
                </a:solidFill>
                <a:latin typeface="Lucida Sans Unicode"/>
                <a:cs typeface="Lucida Sans Unicode"/>
              </a:rPr>
              <a:t>onward</a:t>
            </a:r>
            <a:r>
              <a:rPr sz="1800" spc="-11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02F2E"/>
                </a:solidFill>
                <a:latin typeface="Lucida Sans Unicode"/>
                <a:cs typeface="Lucida Sans Unicode"/>
              </a:rPr>
              <a:t>releases.</a:t>
            </a:r>
            <a:endParaRPr sz="1800">
              <a:latin typeface="Lucida Sans Unicode"/>
              <a:cs typeface="Lucida Sans Unicode"/>
            </a:endParaRPr>
          </a:p>
          <a:p>
            <a:pPr marL="254000" marR="6350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spc="-70" dirty="0">
                <a:solidFill>
                  <a:srgbClr val="202F2E"/>
                </a:solidFill>
                <a:latin typeface="Lucida Sans Unicode"/>
                <a:cs typeface="Lucida Sans Unicode"/>
              </a:rPr>
              <a:t>ORDER</a:t>
            </a:r>
            <a:r>
              <a:rPr sz="1800" spc="-14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BY</a:t>
            </a:r>
            <a:r>
              <a:rPr sz="1800" spc="-24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95" dirty="0">
                <a:solidFill>
                  <a:srgbClr val="202F2E"/>
                </a:solidFill>
                <a:latin typeface="Lucida Sans Unicode"/>
                <a:cs typeface="Lucida Sans Unicode"/>
              </a:rPr>
              <a:t>vote_average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40" dirty="0">
                <a:solidFill>
                  <a:srgbClr val="202F2E"/>
                </a:solidFill>
                <a:latin typeface="Lucida Sans Unicode"/>
                <a:cs typeface="Lucida Sans Unicode"/>
              </a:rPr>
              <a:t>DESC</a:t>
            </a:r>
            <a:r>
              <a:rPr sz="1800" spc="-17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2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60" dirty="0">
                <a:solidFill>
                  <a:srgbClr val="202F2E"/>
                </a:solidFill>
                <a:latin typeface="Lucida Sans Unicode"/>
                <a:cs typeface="Lucida Sans Unicode"/>
              </a:rPr>
              <a:t>then</a:t>
            </a:r>
            <a:r>
              <a:rPr sz="1800" spc="-4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ranks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the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20" dirty="0">
                <a:solidFill>
                  <a:srgbClr val="202F2E"/>
                </a:solidFill>
                <a:latin typeface="Lucida Sans Unicode"/>
                <a:cs typeface="Lucida Sans Unicode"/>
              </a:rPr>
              <a:t>survivors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75" dirty="0">
                <a:solidFill>
                  <a:srgbClr val="202F2E"/>
                </a:solidFill>
                <a:latin typeface="Lucida Sans Unicode"/>
                <a:cs typeface="Lucida Sans Unicode"/>
              </a:rPr>
              <a:t>by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202F2E"/>
                </a:solidFill>
                <a:latin typeface="Lucida Sans Unicode"/>
                <a:cs typeface="Lucida Sans Unicode"/>
              </a:rPr>
              <a:t>rating.</a:t>
            </a:r>
            <a:endParaRPr sz="1800">
              <a:latin typeface="Lucida Sans Unicode"/>
              <a:cs typeface="Lucida Sans Unicode"/>
            </a:endParaRPr>
          </a:p>
          <a:p>
            <a:pPr marL="254000" marR="5080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LIMIT</a:t>
            </a:r>
            <a:r>
              <a:rPr sz="1800" spc="-23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750" spc="-570" dirty="0">
                <a:solidFill>
                  <a:srgbClr val="202F2E"/>
                </a:solidFill>
                <a:latin typeface="Lucida Sans Unicode"/>
                <a:cs typeface="Lucida Sans Unicode"/>
              </a:rPr>
              <a:t>1</a:t>
            </a:r>
            <a:r>
              <a:rPr sz="1750" spc="-4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2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returns</a:t>
            </a:r>
            <a:r>
              <a:rPr sz="1800" spc="-17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60" dirty="0">
                <a:solidFill>
                  <a:srgbClr val="202F2E"/>
                </a:solidFill>
                <a:latin typeface="Lucida Sans Unicode"/>
                <a:cs typeface="Lucida Sans Unicode"/>
              </a:rPr>
              <a:t>just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the</a:t>
            </a:r>
            <a:r>
              <a:rPr sz="1800" spc="-18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5" dirty="0">
                <a:solidFill>
                  <a:srgbClr val="202F2E"/>
                </a:solidFill>
                <a:latin typeface="Lucida Sans Unicode"/>
                <a:cs typeface="Lucida Sans Unicode"/>
              </a:rPr>
              <a:t>single</a:t>
            </a:r>
            <a:r>
              <a:rPr sz="1800" spc="-180" dirty="0">
                <a:solidFill>
                  <a:srgbClr val="202F2E"/>
                </a:solidFill>
                <a:latin typeface="Lucida Sans Unicode"/>
                <a:cs typeface="Lucida Sans Unicode"/>
              </a:rPr>
              <a:t> highest-</a:t>
            </a:r>
            <a:r>
              <a:rPr sz="1800" spc="-75" dirty="0">
                <a:solidFill>
                  <a:srgbClr val="202F2E"/>
                </a:solidFill>
                <a:latin typeface="Lucida Sans Unicode"/>
                <a:cs typeface="Lucida Sans Unicode"/>
              </a:rPr>
              <a:t>rated </a:t>
            </a:r>
            <a:r>
              <a:rPr sz="1800" spc="-10" dirty="0">
                <a:solidFill>
                  <a:srgbClr val="202F2E"/>
                </a:solidFill>
                <a:latin typeface="Lucida Sans Unicode"/>
                <a:cs typeface="Lucida Sans Unicode"/>
              </a:rPr>
              <a:t>film.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673600" y="5477351"/>
            <a:ext cx="3784600" cy="14008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110" dirty="0">
                <a:solidFill>
                  <a:srgbClr val="C26F3C"/>
                </a:solidFill>
                <a:latin typeface="Arial"/>
                <a:cs typeface="Arial"/>
              </a:rPr>
              <a:t>E</a:t>
            </a:r>
            <a:r>
              <a:rPr sz="1550" b="1" spc="-16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C26F3C"/>
                </a:solidFill>
                <a:latin typeface="Arial"/>
                <a:cs typeface="Arial"/>
              </a:rPr>
              <a:t>S</a:t>
            </a:r>
            <a:r>
              <a:rPr sz="1550" b="1" spc="-22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30" dirty="0">
                <a:solidFill>
                  <a:srgbClr val="C26F3C"/>
                </a:solidFill>
                <a:latin typeface="Arial"/>
                <a:cs typeface="Arial"/>
              </a:rPr>
              <a:t>U</a:t>
            </a:r>
            <a:r>
              <a:rPr sz="1550" b="1" spc="-14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70" dirty="0">
                <a:solidFill>
                  <a:srgbClr val="C26F3C"/>
                </a:solidFill>
                <a:latin typeface="Arial"/>
                <a:cs typeface="Arial"/>
              </a:rPr>
              <a:t>LT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4"/>
              </a:spcBef>
            </a:pPr>
            <a:endParaRPr sz="150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</a:pPr>
            <a:r>
              <a:rPr sz="2400" b="1" spc="-240" dirty="0">
                <a:solidFill>
                  <a:srgbClr val="0A3C41"/>
                </a:solidFill>
                <a:latin typeface="Verdana"/>
                <a:cs typeface="Verdana"/>
              </a:rPr>
              <a:t>T</a:t>
            </a:r>
            <a:r>
              <a:rPr sz="2450" b="1" spc="-240" dirty="0">
                <a:solidFill>
                  <a:srgbClr val="0A3C41"/>
                </a:solidFill>
                <a:latin typeface="Arial"/>
                <a:cs typeface="Arial"/>
              </a:rPr>
              <a:t>h</a:t>
            </a:r>
            <a:r>
              <a:rPr sz="2400" b="1" spc="-240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2400" b="1" spc="-450" dirty="0">
                <a:solidFill>
                  <a:srgbClr val="0A3C41"/>
                </a:solidFill>
                <a:latin typeface="Verdana"/>
                <a:cs typeface="Verdana"/>
              </a:rPr>
              <a:t> </a:t>
            </a:r>
            <a:r>
              <a:rPr sz="2400" b="1" spc="-165" dirty="0">
                <a:solidFill>
                  <a:srgbClr val="0A3C41"/>
                </a:solidFill>
                <a:latin typeface="Verdana"/>
                <a:cs typeface="Verdana"/>
              </a:rPr>
              <a:t>Da</a:t>
            </a:r>
            <a:r>
              <a:rPr sz="2450" b="1" spc="-165" dirty="0">
                <a:solidFill>
                  <a:srgbClr val="0A3C41"/>
                </a:solidFill>
                <a:latin typeface="Arial"/>
                <a:cs typeface="Arial"/>
              </a:rPr>
              <a:t>rk</a:t>
            </a:r>
            <a:r>
              <a:rPr sz="2450" b="1" spc="-385" dirty="0">
                <a:solidFill>
                  <a:srgbClr val="0A3C41"/>
                </a:solidFill>
                <a:latin typeface="Arial"/>
                <a:cs typeface="Arial"/>
              </a:rPr>
              <a:t> </a:t>
            </a:r>
            <a:r>
              <a:rPr sz="2400" b="1" spc="-150" dirty="0">
                <a:solidFill>
                  <a:srgbClr val="0A3C41"/>
                </a:solidFill>
                <a:latin typeface="Verdana"/>
                <a:cs typeface="Verdana"/>
              </a:rPr>
              <a:t>K</a:t>
            </a:r>
            <a:r>
              <a:rPr sz="2450" b="1" spc="-150" dirty="0">
                <a:solidFill>
                  <a:srgbClr val="0A3C41"/>
                </a:solidFill>
                <a:latin typeface="Arial"/>
                <a:cs typeface="Arial"/>
              </a:rPr>
              <a:t>night</a:t>
            </a:r>
            <a:r>
              <a:rPr sz="2450" b="1" spc="-160" dirty="0">
                <a:solidFill>
                  <a:srgbClr val="0A3C41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0A3C41"/>
                </a:solidFill>
                <a:latin typeface="Verdana"/>
                <a:cs typeface="Verdana"/>
              </a:rPr>
              <a:t>R</a:t>
            </a:r>
            <a:r>
              <a:rPr sz="2450" b="1" spc="-20" dirty="0">
                <a:solidFill>
                  <a:srgbClr val="0A3C41"/>
                </a:solidFill>
                <a:latin typeface="Arial"/>
                <a:cs typeface="Arial"/>
              </a:rPr>
              <a:t>is</a:t>
            </a:r>
            <a:r>
              <a:rPr sz="2400" b="1" spc="-20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2450" b="1" spc="-20" dirty="0">
                <a:solidFill>
                  <a:srgbClr val="0A3C41"/>
                </a:solidFill>
                <a:latin typeface="Arial"/>
                <a:cs typeface="Arial"/>
              </a:rPr>
              <a:t>s</a:t>
            </a:r>
            <a:endParaRPr sz="24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509"/>
              </a:spcBef>
            </a:pPr>
            <a:r>
              <a:rPr sz="1650" spc="-165" dirty="0">
                <a:solidFill>
                  <a:srgbClr val="5C726F"/>
                </a:solidFill>
                <a:latin typeface="Lucida Sans Unicode"/>
                <a:cs typeface="Lucida Sans Unicode"/>
              </a:rPr>
              <a:t>7</a:t>
            </a:r>
            <a:r>
              <a:rPr sz="1800" spc="-165" dirty="0">
                <a:solidFill>
                  <a:srgbClr val="5C726F"/>
                </a:solidFill>
                <a:latin typeface="Lucida Sans Unicode"/>
                <a:cs typeface="Lucida Sans Unicode"/>
              </a:rPr>
              <a:t>.</a:t>
            </a:r>
            <a:r>
              <a:rPr sz="1650" spc="-165" dirty="0">
                <a:solidFill>
                  <a:srgbClr val="5C726F"/>
                </a:solidFill>
                <a:latin typeface="Lucida Sans Unicode"/>
                <a:cs typeface="Lucida Sans Unicode"/>
              </a:rPr>
              <a:t>6</a:t>
            </a:r>
            <a:r>
              <a:rPr sz="1650" spc="-9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05" dirty="0">
                <a:solidFill>
                  <a:srgbClr val="5C726F"/>
                </a:solidFill>
                <a:latin typeface="Lucida Sans Unicode"/>
                <a:cs typeface="Lucida Sans Unicode"/>
              </a:rPr>
              <a:t>avg </a:t>
            </a:r>
            <a:r>
              <a:rPr sz="1650" spc="-135" dirty="0">
                <a:solidFill>
                  <a:srgbClr val="5C726F"/>
                </a:solidFill>
                <a:latin typeface="Lucida Sans Unicode"/>
                <a:cs typeface="Lucida Sans Unicode"/>
              </a:rPr>
              <a:t>rating</a:t>
            </a:r>
            <a:r>
              <a:rPr sz="1650" spc="-21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80" dirty="0">
                <a:solidFill>
                  <a:srgbClr val="5C726F"/>
                </a:solidFill>
                <a:latin typeface="Lucida Sans Unicode"/>
                <a:cs typeface="Lucida Sans Unicode"/>
              </a:rPr>
              <a:t>—</a:t>
            </a:r>
            <a:r>
              <a:rPr sz="1800" spc="-40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25" dirty="0">
                <a:solidFill>
                  <a:srgbClr val="5C726F"/>
                </a:solidFill>
                <a:latin typeface="Lucida Sans Unicode"/>
                <a:cs typeface="Lucida Sans Unicode"/>
              </a:rPr>
              <a:t>tied</a:t>
            </a:r>
            <a:r>
              <a:rPr sz="1650" spc="-10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14" dirty="0">
                <a:solidFill>
                  <a:srgbClr val="5C726F"/>
                </a:solidFill>
                <a:latin typeface="Lucida Sans Unicode"/>
                <a:cs typeface="Lucida Sans Unicode"/>
              </a:rPr>
              <a:t>with</a:t>
            </a:r>
            <a:r>
              <a:rPr sz="1650" spc="-17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65" dirty="0">
                <a:solidFill>
                  <a:srgbClr val="5C726F"/>
                </a:solidFill>
                <a:latin typeface="Lucida Sans Unicode"/>
                <a:cs typeface="Lucida Sans Unicode"/>
              </a:rPr>
              <a:t>2</a:t>
            </a:r>
            <a:r>
              <a:rPr sz="1650" spc="-9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25" dirty="0">
                <a:solidFill>
                  <a:srgbClr val="5C726F"/>
                </a:solidFill>
                <a:latin typeface="Lucida Sans Unicode"/>
                <a:cs typeface="Lucida Sans Unicode"/>
              </a:rPr>
              <a:t>other</a:t>
            </a:r>
            <a:r>
              <a:rPr sz="1650" spc="-20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65" dirty="0">
                <a:solidFill>
                  <a:srgbClr val="5C726F"/>
                </a:solidFill>
                <a:latin typeface="Lucida Sans Unicode"/>
                <a:cs typeface="Lucida Sans Unicode"/>
              </a:rPr>
              <a:t>films</a:t>
            </a:r>
            <a:endParaRPr sz="1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9" y="731531"/>
            <a:ext cx="756285" cy="756285"/>
          </a:xfrm>
          <a:prstGeom prst="rect">
            <a:avLst/>
          </a:prstGeom>
          <a:solidFill>
            <a:srgbClr val="C26F3C"/>
          </a:solidFill>
        </p:spPr>
        <p:txBody>
          <a:bodyPr vert="horz" wrap="square" lIns="0" tIns="10033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790"/>
              </a:spcBef>
            </a:pPr>
            <a:r>
              <a:rPr sz="3350" b="1" spc="-50" dirty="0">
                <a:solidFill>
                  <a:srgbClr val="072529"/>
                </a:solidFill>
                <a:latin typeface="Arial"/>
                <a:cs typeface="Arial"/>
              </a:rPr>
              <a:t>K</a:t>
            </a:r>
            <a:endParaRPr sz="33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6900" y="1856130"/>
            <a:ext cx="1913255" cy="523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939"/>
              </a:lnSpc>
              <a:spcBef>
                <a:spcPts val="135"/>
              </a:spcBef>
            </a:pPr>
            <a:r>
              <a:rPr sz="1650" b="1" spc="55" dirty="0">
                <a:solidFill>
                  <a:srgbClr val="DFA06A"/>
                </a:solidFill>
                <a:latin typeface="Arial"/>
                <a:cs typeface="Arial"/>
              </a:rPr>
              <a:t>JOI</a:t>
            </a:r>
            <a:r>
              <a:rPr sz="1650" b="1" spc="-229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45" dirty="0">
                <a:solidFill>
                  <a:srgbClr val="DFA06A"/>
                </a:solidFill>
                <a:latin typeface="Arial"/>
                <a:cs typeface="Arial"/>
              </a:rPr>
              <a:t>N</a:t>
            </a:r>
            <a:r>
              <a:rPr sz="1650" b="1" spc="-21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DFA06A"/>
                </a:solidFill>
                <a:latin typeface="Arial"/>
                <a:cs typeface="Arial"/>
              </a:rPr>
              <a:t>S</a:t>
            </a:r>
            <a:r>
              <a:rPr sz="1650" b="1" spc="16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spc="-50" dirty="0">
                <a:solidFill>
                  <a:srgbClr val="DFA06A"/>
                </a:solidFill>
                <a:latin typeface="Arial Black"/>
                <a:cs typeface="Arial Black"/>
              </a:rPr>
              <a:t>&amp;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ts val="1939"/>
              </a:lnSpc>
            </a:pPr>
            <a:r>
              <a:rPr sz="1650" b="1" spc="80" dirty="0">
                <a:solidFill>
                  <a:srgbClr val="DFA06A"/>
                </a:solidFill>
                <a:latin typeface="Arial"/>
                <a:cs typeface="Arial"/>
              </a:rPr>
              <a:t>RELATI</a:t>
            </a:r>
            <a:r>
              <a:rPr sz="1650" b="1" spc="-22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70" dirty="0">
                <a:solidFill>
                  <a:srgbClr val="DFA06A"/>
                </a:solidFill>
                <a:latin typeface="Arial"/>
                <a:cs typeface="Arial"/>
              </a:rPr>
              <a:t>ONSH</a:t>
            </a:r>
            <a:r>
              <a:rPr sz="1650" b="1" spc="-229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105" dirty="0">
                <a:solidFill>
                  <a:srgbClr val="DFA06A"/>
                </a:solidFill>
                <a:latin typeface="Arial"/>
                <a:cs typeface="Arial"/>
              </a:rPr>
              <a:t>I</a:t>
            </a:r>
            <a:r>
              <a:rPr sz="1650" b="1" spc="-22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25" dirty="0">
                <a:solidFill>
                  <a:srgbClr val="DFA06A"/>
                </a:solidFill>
                <a:latin typeface="Arial"/>
                <a:cs typeface="Arial"/>
              </a:rPr>
              <a:t>PS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900" y="2418974"/>
            <a:ext cx="2971165" cy="145097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570"/>
              </a:spcBef>
            </a:pPr>
            <a:r>
              <a:rPr sz="3250" b="1" spc="-175" dirty="0">
                <a:solidFill>
                  <a:srgbClr val="FAFAF6"/>
                </a:solidFill>
                <a:latin typeface="Arial"/>
                <a:cs typeface="Arial"/>
              </a:rPr>
              <a:t>M</a:t>
            </a:r>
            <a:r>
              <a:rPr sz="3350" b="1" spc="-175" dirty="0">
                <a:solidFill>
                  <a:srgbClr val="FAFAF6"/>
                </a:solidFill>
                <a:latin typeface="Tahoma"/>
                <a:cs typeface="Tahoma"/>
              </a:rPr>
              <a:t>ovi</a:t>
            </a:r>
            <a:r>
              <a:rPr sz="3250" b="1" spc="-175" dirty="0">
                <a:solidFill>
                  <a:srgbClr val="FAFAF6"/>
                </a:solidFill>
                <a:latin typeface="Arial"/>
                <a:cs typeface="Arial"/>
              </a:rPr>
              <a:t>e</a:t>
            </a:r>
            <a:r>
              <a:rPr sz="3350" b="1" spc="-175" dirty="0">
                <a:solidFill>
                  <a:srgbClr val="FAFAF6"/>
                </a:solidFill>
                <a:latin typeface="Tahoma"/>
                <a:cs typeface="Tahoma"/>
              </a:rPr>
              <a:t>s</a:t>
            </a:r>
            <a:r>
              <a:rPr sz="3350" b="1" spc="-345" dirty="0">
                <a:solidFill>
                  <a:srgbClr val="FAFAF6"/>
                </a:solidFill>
                <a:latin typeface="Tahoma"/>
                <a:cs typeface="Tahoma"/>
              </a:rPr>
              <a:t> </a:t>
            </a:r>
            <a:r>
              <a:rPr sz="3250" b="1" spc="-175" dirty="0">
                <a:solidFill>
                  <a:srgbClr val="FAFAF6"/>
                </a:solidFill>
                <a:latin typeface="Arial"/>
                <a:cs typeface="Arial"/>
              </a:rPr>
              <a:t>D</a:t>
            </a:r>
            <a:r>
              <a:rPr sz="3350" b="1" spc="-175" dirty="0">
                <a:solidFill>
                  <a:srgbClr val="FAFAF6"/>
                </a:solidFill>
                <a:latin typeface="Tahoma"/>
                <a:cs typeface="Tahoma"/>
              </a:rPr>
              <a:t>ir</a:t>
            </a:r>
            <a:r>
              <a:rPr sz="3250" b="1" spc="-175" dirty="0">
                <a:solidFill>
                  <a:srgbClr val="FAFAF6"/>
                </a:solidFill>
                <a:latin typeface="Arial"/>
                <a:cs typeface="Arial"/>
              </a:rPr>
              <a:t>ec</a:t>
            </a:r>
            <a:r>
              <a:rPr sz="3350" b="1" spc="-175" dirty="0">
                <a:solidFill>
                  <a:srgbClr val="FAFAF6"/>
                </a:solidFill>
                <a:latin typeface="Tahoma"/>
                <a:cs typeface="Tahoma"/>
              </a:rPr>
              <a:t>t</a:t>
            </a:r>
            <a:r>
              <a:rPr sz="3250" b="1" spc="-175" dirty="0">
                <a:solidFill>
                  <a:srgbClr val="FAFAF6"/>
                </a:solidFill>
                <a:latin typeface="Arial"/>
                <a:cs typeface="Arial"/>
              </a:rPr>
              <a:t>ed </a:t>
            </a:r>
            <a:r>
              <a:rPr sz="3250" b="1" spc="-150" dirty="0">
                <a:solidFill>
                  <a:srgbClr val="FAFAF6"/>
                </a:solidFill>
                <a:latin typeface="Arial"/>
                <a:cs typeface="Arial"/>
              </a:rPr>
              <a:t>b</a:t>
            </a:r>
            <a:r>
              <a:rPr sz="3350" b="1" spc="-150" dirty="0">
                <a:solidFill>
                  <a:srgbClr val="FAFAF6"/>
                </a:solidFill>
                <a:latin typeface="Tahoma"/>
                <a:cs typeface="Tahoma"/>
              </a:rPr>
              <a:t>y</a:t>
            </a:r>
            <a:r>
              <a:rPr sz="3350" b="1" spc="-415" dirty="0">
                <a:solidFill>
                  <a:srgbClr val="FAFAF6"/>
                </a:solidFill>
                <a:latin typeface="Tahoma"/>
                <a:cs typeface="Tahoma"/>
              </a:rPr>
              <a:t> </a:t>
            </a:r>
            <a:r>
              <a:rPr sz="3250" b="1" spc="-70" dirty="0">
                <a:solidFill>
                  <a:srgbClr val="FAFAF6"/>
                </a:solidFill>
                <a:latin typeface="Arial"/>
                <a:cs typeface="Arial"/>
              </a:rPr>
              <a:t>B</a:t>
            </a:r>
            <a:r>
              <a:rPr sz="3350" b="1" spc="-70" dirty="0">
                <a:solidFill>
                  <a:srgbClr val="FAFAF6"/>
                </a:solidFill>
                <a:latin typeface="Tahoma"/>
                <a:cs typeface="Tahoma"/>
              </a:rPr>
              <a:t>r</a:t>
            </a:r>
            <a:r>
              <a:rPr sz="3250" b="1" spc="-70" dirty="0">
                <a:solidFill>
                  <a:srgbClr val="FAFAF6"/>
                </a:solidFill>
                <a:latin typeface="Arial"/>
                <a:cs typeface="Arial"/>
              </a:rPr>
              <a:t>e</a:t>
            </a:r>
            <a:r>
              <a:rPr sz="3350" b="1" spc="-70" dirty="0">
                <a:solidFill>
                  <a:srgbClr val="FAFAF6"/>
                </a:solidFill>
                <a:latin typeface="Tahoma"/>
                <a:cs typeface="Tahoma"/>
              </a:rPr>
              <a:t>n</a:t>
            </a:r>
            <a:r>
              <a:rPr sz="3250" b="1" spc="-70" dirty="0">
                <a:solidFill>
                  <a:srgbClr val="FAFAF6"/>
                </a:solidFill>
                <a:latin typeface="Arial"/>
                <a:cs typeface="Arial"/>
              </a:rPr>
              <a:t>da </a:t>
            </a:r>
            <a:r>
              <a:rPr sz="3250" b="1" spc="-305" dirty="0">
                <a:solidFill>
                  <a:srgbClr val="FAFAF6"/>
                </a:solidFill>
                <a:latin typeface="Arial"/>
                <a:cs typeface="Arial"/>
              </a:rPr>
              <a:t>C</a:t>
            </a:r>
            <a:r>
              <a:rPr sz="3350" b="1" spc="-305" dirty="0">
                <a:solidFill>
                  <a:srgbClr val="FAFAF6"/>
                </a:solidFill>
                <a:latin typeface="Tahoma"/>
                <a:cs typeface="Tahoma"/>
              </a:rPr>
              <a:t>h</a:t>
            </a:r>
            <a:r>
              <a:rPr sz="3250" b="1" spc="-305" dirty="0">
                <a:solidFill>
                  <a:srgbClr val="FAFAF6"/>
                </a:solidFill>
                <a:latin typeface="Arial"/>
                <a:cs typeface="Arial"/>
              </a:rPr>
              <a:t>a</a:t>
            </a:r>
            <a:r>
              <a:rPr sz="3350" b="1" spc="-305" dirty="0">
                <a:solidFill>
                  <a:srgbClr val="FAFAF6"/>
                </a:solidFill>
                <a:latin typeface="Tahoma"/>
                <a:cs typeface="Tahoma"/>
              </a:rPr>
              <a:t>pm</a:t>
            </a:r>
            <a:r>
              <a:rPr sz="3250" b="1" spc="-305" dirty="0">
                <a:solidFill>
                  <a:srgbClr val="FAFAF6"/>
                </a:solidFill>
                <a:latin typeface="Arial"/>
                <a:cs typeface="Arial"/>
              </a:rPr>
              <a:t>a</a:t>
            </a:r>
            <a:r>
              <a:rPr sz="3350" b="1" spc="-305" dirty="0">
                <a:solidFill>
                  <a:srgbClr val="FAFAF6"/>
                </a:solidFill>
                <a:latin typeface="Tahoma"/>
                <a:cs typeface="Tahoma"/>
              </a:rPr>
              <a:t>n</a:t>
            </a:r>
            <a:endParaRPr sz="33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1720" y="1056673"/>
            <a:ext cx="1663180" cy="22074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6472352" y="1120368"/>
            <a:ext cx="527050" cy="130175"/>
          </a:xfrm>
          <a:custGeom>
            <a:avLst/>
            <a:gdLst/>
            <a:ahLst/>
            <a:cxnLst/>
            <a:rect l="l" t="t" r="r" b="b"/>
            <a:pathLst>
              <a:path w="527050" h="130175">
                <a:moveTo>
                  <a:pt x="187871" y="3175"/>
                </a:moveTo>
                <a:lnTo>
                  <a:pt x="164477" y="3175"/>
                </a:lnTo>
                <a:lnTo>
                  <a:pt x="111404" y="106324"/>
                </a:lnTo>
                <a:lnTo>
                  <a:pt x="110642" y="106324"/>
                </a:lnTo>
                <a:lnTo>
                  <a:pt x="105397" y="3175"/>
                </a:lnTo>
                <a:lnTo>
                  <a:pt x="81356" y="3175"/>
                </a:lnTo>
                <a:lnTo>
                  <a:pt x="26212" y="104914"/>
                </a:lnTo>
                <a:lnTo>
                  <a:pt x="25692" y="104914"/>
                </a:lnTo>
                <a:lnTo>
                  <a:pt x="23863" y="3175"/>
                </a:lnTo>
                <a:lnTo>
                  <a:pt x="0" y="3175"/>
                </a:lnTo>
                <a:lnTo>
                  <a:pt x="5778" y="127596"/>
                </a:lnTo>
                <a:lnTo>
                  <a:pt x="31521" y="127596"/>
                </a:lnTo>
                <a:lnTo>
                  <a:pt x="87426" y="25615"/>
                </a:lnTo>
                <a:lnTo>
                  <a:pt x="88366" y="25615"/>
                </a:lnTo>
                <a:lnTo>
                  <a:pt x="92900" y="127596"/>
                </a:lnTo>
                <a:lnTo>
                  <a:pt x="119646" y="127596"/>
                </a:lnTo>
                <a:lnTo>
                  <a:pt x="187871" y="3175"/>
                </a:lnTo>
                <a:close/>
              </a:path>
              <a:path w="527050" h="130175">
                <a:moveTo>
                  <a:pt x="311086" y="41516"/>
                </a:moveTo>
                <a:lnTo>
                  <a:pt x="310299" y="33401"/>
                </a:lnTo>
                <a:lnTo>
                  <a:pt x="308444" y="25958"/>
                </a:lnTo>
                <a:lnTo>
                  <a:pt x="308381" y="25819"/>
                </a:lnTo>
                <a:lnTo>
                  <a:pt x="305511" y="19392"/>
                </a:lnTo>
                <a:lnTo>
                  <a:pt x="305092" y="18783"/>
                </a:lnTo>
                <a:lnTo>
                  <a:pt x="301523" y="13677"/>
                </a:lnTo>
                <a:lnTo>
                  <a:pt x="296456" y="8826"/>
                </a:lnTo>
                <a:lnTo>
                  <a:pt x="290614" y="5092"/>
                </a:lnTo>
                <a:lnTo>
                  <a:pt x="290614" y="45999"/>
                </a:lnTo>
                <a:lnTo>
                  <a:pt x="290550" y="46342"/>
                </a:lnTo>
                <a:lnTo>
                  <a:pt x="289509" y="52832"/>
                </a:lnTo>
                <a:lnTo>
                  <a:pt x="217716" y="52832"/>
                </a:lnTo>
                <a:lnTo>
                  <a:pt x="249174" y="20459"/>
                </a:lnTo>
                <a:lnTo>
                  <a:pt x="255714" y="18783"/>
                </a:lnTo>
                <a:lnTo>
                  <a:pt x="268668" y="18783"/>
                </a:lnTo>
                <a:lnTo>
                  <a:pt x="288150" y="34925"/>
                </a:lnTo>
                <a:lnTo>
                  <a:pt x="290156" y="40030"/>
                </a:lnTo>
                <a:lnTo>
                  <a:pt x="290271" y="41516"/>
                </a:lnTo>
                <a:lnTo>
                  <a:pt x="290614" y="45999"/>
                </a:lnTo>
                <a:lnTo>
                  <a:pt x="290614" y="5092"/>
                </a:lnTo>
                <a:lnTo>
                  <a:pt x="290423" y="4965"/>
                </a:lnTo>
                <a:lnTo>
                  <a:pt x="283527" y="2197"/>
                </a:lnTo>
                <a:lnTo>
                  <a:pt x="275539" y="495"/>
                </a:lnTo>
                <a:lnTo>
                  <a:pt x="275005" y="495"/>
                </a:lnTo>
                <a:lnTo>
                  <a:pt x="267119" y="0"/>
                </a:lnTo>
                <a:lnTo>
                  <a:pt x="227380" y="12509"/>
                </a:lnTo>
                <a:lnTo>
                  <a:pt x="198843" y="46342"/>
                </a:lnTo>
                <a:lnTo>
                  <a:pt x="190627" y="73914"/>
                </a:lnTo>
                <a:lnTo>
                  <a:pt x="189826" y="82664"/>
                </a:lnTo>
                <a:lnTo>
                  <a:pt x="206971" y="121945"/>
                </a:lnTo>
                <a:lnTo>
                  <a:pt x="236372" y="130124"/>
                </a:lnTo>
                <a:lnTo>
                  <a:pt x="242963" y="129844"/>
                </a:lnTo>
                <a:lnTo>
                  <a:pt x="283984" y="111810"/>
                </a:lnTo>
                <a:lnTo>
                  <a:pt x="298284" y="93256"/>
                </a:lnTo>
                <a:lnTo>
                  <a:pt x="280555" y="87884"/>
                </a:lnTo>
                <a:lnTo>
                  <a:pt x="276072" y="95745"/>
                </a:lnTo>
                <a:lnTo>
                  <a:pt x="270637" y="101688"/>
                </a:lnTo>
                <a:lnTo>
                  <a:pt x="257835" y="109778"/>
                </a:lnTo>
                <a:lnTo>
                  <a:pt x="250583" y="111810"/>
                </a:lnTo>
                <a:lnTo>
                  <a:pt x="234327" y="111810"/>
                </a:lnTo>
                <a:lnTo>
                  <a:pt x="227418" y="109778"/>
                </a:lnTo>
                <a:lnTo>
                  <a:pt x="227584" y="109778"/>
                </a:lnTo>
                <a:lnTo>
                  <a:pt x="222580" y="105981"/>
                </a:lnTo>
                <a:lnTo>
                  <a:pt x="217512" y="102044"/>
                </a:lnTo>
                <a:lnTo>
                  <a:pt x="214299" y="96507"/>
                </a:lnTo>
                <a:lnTo>
                  <a:pt x="212928" y="89357"/>
                </a:lnTo>
                <a:lnTo>
                  <a:pt x="211582" y="82169"/>
                </a:lnTo>
                <a:lnTo>
                  <a:pt x="212242" y="73914"/>
                </a:lnTo>
                <a:lnTo>
                  <a:pt x="212293" y="73723"/>
                </a:lnTo>
                <a:lnTo>
                  <a:pt x="213652" y="68859"/>
                </a:lnTo>
                <a:lnTo>
                  <a:pt x="306527" y="68859"/>
                </a:lnTo>
                <a:lnTo>
                  <a:pt x="309194" y="59245"/>
                </a:lnTo>
                <a:lnTo>
                  <a:pt x="309321" y="58496"/>
                </a:lnTo>
                <a:lnTo>
                  <a:pt x="310718" y="50126"/>
                </a:lnTo>
                <a:lnTo>
                  <a:pt x="311086" y="41516"/>
                </a:lnTo>
                <a:close/>
              </a:path>
              <a:path w="527050" h="130175">
                <a:moveTo>
                  <a:pt x="410387" y="1701"/>
                </a:moveTo>
                <a:lnTo>
                  <a:pt x="404317" y="584"/>
                </a:lnTo>
                <a:lnTo>
                  <a:pt x="391998" y="469"/>
                </a:lnTo>
                <a:lnTo>
                  <a:pt x="384149" y="2603"/>
                </a:lnTo>
                <a:lnTo>
                  <a:pt x="357301" y="25387"/>
                </a:lnTo>
                <a:lnTo>
                  <a:pt x="356768" y="25387"/>
                </a:lnTo>
                <a:lnTo>
                  <a:pt x="361137" y="3175"/>
                </a:lnTo>
                <a:lnTo>
                  <a:pt x="341096" y="3175"/>
                </a:lnTo>
                <a:lnTo>
                  <a:pt x="309994" y="127596"/>
                </a:lnTo>
                <a:lnTo>
                  <a:pt x="331203" y="127596"/>
                </a:lnTo>
                <a:lnTo>
                  <a:pt x="349758" y="53403"/>
                </a:lnTo>
                <a:lnTo>
                  <a:pt x="353212" y="45783"/>
                </a:lnTo>
                <a:lnTo>
                  <a:pt x="362559" y="33096"/>
                </a:lnTo>
                <a:lnTo>
                  <a:pt x="368007" y="28295"/>
                </a:lnTo>
                <a:lnTo>
                  <a:pt x="380453" y="21729"/>
                </a:lnTo>
                <a:lnTo>
                  <a:pt x="386994" y="20078"/>
                </a:lnTo>
                <a:lnTo>
                  <a:pt x="398424" y="20078"/>
                </a:lnTo>
                <a:lnTo>
                  <a:pt x="402310" y="20497"/>
                </a:lnTo>
                <a:lnTo>
                  <a:pt x="405485" y="21323"/>
                </a:lnTo>
                <a:lnTo>
                  <a:pt x="410387" y="1701"/>
                </a:lnTo>
                <a:close/>
              </a:path>
              <a:path w="527050" h="130175">
                <a:moveTo>
                  <a:pt x="526986" y="41516"/>
                </a:moveTo>
                <a:lnTo>
                  <a:pt x="526199" y="33401"/>
                </a:lnTo>
                <a:lnTo>
                  <a:pt x="524344" y="25958"/>
                </a:lnTo>
                <a:lnTo>
                  <a:pt x="524281" y="25819"/>
                </a:lnTo>
                <a:lnTo>
                  <a:pt x="521411" y="19392"/>
                </a:lnTo>
                <a:lnTo>
                  <a:pt x="520992" y="18783"/>
                </a:lnTo>
                <a:lnTo>
                  <a:pt x="517423" y="13677"/>
                </a:lnTo>
                <a:lnTo>
                  <a:pt x="512356" y="8826"/>
                </a:lnTo>
                <a:lnTo>
                  <a:pt x="506514" y="5092"/>
                </a:lnTo>
                <a:lnTo>
                  <a:pt x="506514" y="45999"/>
                </a:lnTo>
                <a:lnTo>
                  <a:pt x="506450" y="46342"/>
                </a:lnTo>
                <a:lnTo>
                  <a:pt x="505409" y="52832"/>
                </a:lnTo>
                <a:lnTo>
                  <a:pt x="433616" y="52832"/>
                </a:lnTo>
                <a:lnTo>
                  <a:pt x="465074" y="20459"/>
                </a:lnTo>
                <a:lnTo>
                  <a:pt x="471614" y="18783"/>
                </a:lnTo>
                <a:lnTo>
                  <a:pt x="484568" y="18783"/>
                </a:lnTo>
                <a:lnTo>
                  <a:pt x="504050" y="34925"/>
                </a:lnTo>
                <a:lnTo>
                  <a:pt x="506056" y="40030"/>
                </a:lnTo>
                <a:lnTo>
                  <a:pt x="506171" y="41516"/>
                </a:lnTo>
                <a:lnTo>
                  <a:pt x="506514" y="45999"/>
                </a:lnTo>
                <a:lnTo>
                  <a:pt x="506514" y="5092"/>
                </a:lnTo>
                <a:lnTo>
                  <a:pt x="506323" y="4965"/>
                </a:lnTo>
                <a:lnTo>
                  <a:pt x="499427" y="2197"/>
                </a:lnTo>
                <a:lnTo>
                  <a:pt x="491439" y="495"/>
                </a:lnTo>
                <a:lnTo>
                  <a:pt x="490905" y="495"/>
                </a:lnTo>
                <a:lnTo>
                  <a:pt x="483019" y="0"/>
                </a:lnTo>
                <a:lnTo>
                  <a:pt x="443280" y="12509"/>
                </a:lnTo>
                <a:lnTo>
                  <a:pt x="414743" y="46342"/>
                </a:lnTo>
                <a:lnTo>
                  <a:pt x="406527" y="73914"/>
                </a:lnTo>
                <a:lnTo>
                  <a:pt x="405726" y="82664"/>
                </a:lnTo>
                <a:lnTo>
                  <a:pt x="422871" y="121945"/>
                </a:lnTo>
                <a:lnTo>
                  <a:pt x="452272" y="130124"/>
                </a:lnTo>
                <a:lnTo>
                  <a:pt x="458863" y="129844"/>
                </a:lnTo>
                <a:lnTo>
                  <a:pt x="499884" y="111810"/>
                </a:lnTo>
                <a:lnTo>
                  <a:pt x="514184" y="93256"/>
                </a:lnTo>
                <a:lnTo>
                  <a:pt x="496455" y="87884"/>
                </a:lnTo>
                <a:lnTo>
                  <a:pt x="491972" y="95745"/>
                </a:lnTo>
                <a:lnTo>
                  <a:pt x="486537" y="101688"/>
                </a:lnTo>
                <a:lnTo>
                  <a:pt x="473735" y="109778"/>
                </a:lnTo>
                <a:lnTo>
                  <a:pt x="466483" y="111810"/>
                </a:lnTo>
                <a:lnTo>
                  <a:pt x="450227" y="111810"/>
                </a:lnTo>
                <a:lnTo>
                  <a:pt x="443318" y="109778"/>
                </a:lnTo>
                <a:lnTo>
                  <a:pt x="443484" y="109778"/>
                </a:lnTo>
                <a:lnTo>
                  <a:pt x="438480" y="105981"/>
                </a:lnTo>
                <a:lnTo>
                  <a:pt x="433412" y="102044"/>
                </a:lnTo>
                <a:lnTo>
                  <a:pt x="430199" y="96507"/>
                </a:lnTo>
                <a:lnTo>
                  <a:pt x="428828" y="89357"/>
                </a:lnTo>
                <a:lnTo>
                  <a:pt x="427494" y="82169"/>
                </a:lnTo>
                <a:lnTo>
                  <a:pt x="428142" y="73914"/>
                </a:lnTo>
                <a:lnTo>
                  <a:pt x="428193" y="73723"/>
                </a:lnTo>
                <a:lnTo>
                  <a:pt x="429552" y="68859"/>
                </a:lnTo>
                <a:lnTo>
                  <a:pt x="522439" y="68859"/>
                </a:lnTo>
                <a:lnTo>
                  <a:pt x="525094" y="59245"/>
                </a:lnTo>
                <a:lnTo>
                  <a:pt x="525221" y="58496"/>
                </a:lnTo>
                <a:lnTo>
                  <a:pt x="526618" y="50126"/>
                </a:lnTo>
                <a:lnTo>
                  <a:pt x="526986" y="41516"/>
                </a:lnTo>
                <a:close/>
              </a:path>
            </a:pathLst>
          </a:custGeom>
          <a:solidFill>
            <a:srgbClr val="5C726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8209" y="1068396"/>
            <a:ext cx="2021925" cy="23063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58796" y="1068455"/>
            <a:ext cx="1156487" cy="22751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483100" y="1346200"/>
            <a:ext cx="6515100" cy="3479800"/>
            <a:chOff x="4483100" y="1346200"/>
            <a:chExt cx="6515100" cy="347980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3100" y="1346200"/>
              <a:ext cx="6515100" cy="34798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73600" y="1498600"/>
              <a:ext cx="6146800" cy="3098800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599025" y="5765800"/>
            <a:ext cx="15653385" cy="3378835"/>
            <a:chOff x="599025" y="5765800"/>
            <a:chExt cx="15653385" cy="3378835"/>
          </a:xfrm>
        </p:grpSpPr>
        <p:sp>
          <p:nvSpPr>
            <p:cNvPr id="13" name="object 13"/>
            <p:cNvSpPr/>
            <p:nvPr/>
          </p:nvSpPr>
          <p:spPr>
            <a:xfrm>
              <a:off x="609609" y="7498194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59" y="3989"/>
                  </a:lnTo>
                  <a:lnTo>
                    <a:pt x="208459" y="15538"/>
                  </a:lnTo>
                  <a:lnTo>
                    <a:pt x="164726" y="34021"/>
                  </a:lnTo>
                  <a:lnTo>
                    <a:pt x="124789" y="58808"/>
                  </a:lnTo>
                  <a:lnTo>
                    <a:pt x="89273" y="89273"/>
                  </a:lnTo>
                  <a:lnTo>
                    <a:pt x="58808" y="124789"/>
                  </a:lnTo>
                  <a:lnTo>
                    <a:pt x="34021" y="164726"/>
                  </a:lnTo>
                  <a:lnTo>
                    <a:pt x="15538" y="208459"/>
                  </a:lnTo>
                  <a:lnTo>
                    <a:pt x="3989" y="255359"/>
                  </a:lnTo>
                  <a:lnTo>
                    <a:pt x="0" y="304800"/>
                  </a:lnTo>
                  <a:lnTo>
                    <a:pt x="3989" y="354240"/>
                  </a:lnTo>
                  <a:lnTo>
                    <a:pt x="15538" y="401140"/>
                  </a:lnTo>
                  <a:lnTo>
                    <a:pt x="34021" y="444873"/>
                  </a:lnTo>
                  <a:lnTo>
                    <a:pt x="58808" y="484810"/>
                  </a:lnTo>
                  <a:lnTo>
                    <a:pt x="89273" y="520326"/>
                  </a:lnTo>
                  <a:lnTo>
                    <a:pt x="124789" y="550791"/>
                  </a:lnTo>
                  <a:lnTo>
                    <a:pt x="164726" y="575578"/>
                  </a:lnTo>
                  <a:lnTo>
                    <a:pt x="208459" y="594061"/>
                  </a:lnTo>
                  <a:lnTo>
                    <a:pt x="255359" y="605610"/>
                  </a:lnTo>
                  <a:lnTo>
                    <a:pt x="304800" y="609600"/>
                  </a:lnTo>
                  <a:lnTo>
                    <a:pt x="354240" y="605610"/>
                  </a:lnTo>
                  <a:lnTo>
                    <a:pt x="401140" y="594061"/>
                  </a:lnTo>
                  <a:lnTo>
                    <a:pt x="444873" y="575578"/>
                  </a:lnTo>
                  <a:lnTo>
                    <a:pt x="484810" y="550791"/>
                  </a:lnTo>
                  <a:lnTo>
                    <a:pt x="520326" y="520326"/>
                  </a:lnTo>
                  <a:lnTo>
                    <a:pt x="550791" y="484810"/>
                  </a:lnTo>
                  <a:lnTo>
                    <a:pt x="575578" y="444873"/>
                  </a:lnTo>
                  <a:lnTo>
                    <a:pt x="594061" y="401140"/>
                  </a:lnTo>
                  <a:lnTo>
                    <a:pt x="605610" y="354240"/>
                  </a:lnTo>
                  <a:lnTo>
                    <a:pt x="609600" y="304800"/>
                  </a:lnTo>
                  <a:lnTo>
                    <a:pt x="605610" y="255359"/>
                  </a:lnTo>
                  <a:lnTo>
                    <a:pt x="594061" y="208459"/>
                  </a:lnTo>
                  <a:lnTo>
                    <a:pt x="575578" y="164726"/>
                  </a:lnTo>
                  <a:lnTo>
                    <a:pt x="550791" y="124789"/>
                  </a:lnTo>
                  <a:lnTo>
                    <a:pt x="520326" y="89273"/>
                  </a:lnTo>
                  <a:lnTo>
                    <a:pt x="484810" y="58808"/>
                  </a:lnTo>
                  <a:lnTo>
                    <a:pt x="444873" y="34021"/>
                  </a:lnTo>
                  <a:lnTo>
                    <a:pt x="401140" y="15538"/>
                  </a:lnTo>
                  <a:lnTo>
                    <a:pt x="354240" y="3989"/>
                  </a:lnTo>
                  <a:lnTo>
                    <a:pt x="304800" y="0"/>
                  </a:lnTo>
                  <a:close/>
                </a:path>
              </a:pathLst>
            </a:custGeom>
            <a:ln w="21166">
              <a:solidFill>
                <a:srgbClr val="C26F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80179" y="7681076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496" y="316992"/>
                  </a:moveTo>
                  <a:lnTo>
                    <a:pt x="108399" y="308912"/>
                  </a:lnTo>
                  <a:lnTo>
                    <a:pt x="64890" y="286411"/>
                  </a:lnTo>
                  <a:lnTo>
                    <a:pt x="30580" y="252101"/>
                  </a:lnTo>
                  <a:lnTo>
                    <a:pt x="8080" y="208592"/>
                  </a:lnTo>
                  <a:lnTo>
                    <a:pt x="0" y="158495"/>
                  </a:lnTo>
                  <a:lnTo>
                    <a:pt x="8080" y="108398"/>
                  </a:lnTo>
                  <a:lnTo>
                    <a:pt x="30580" y="64890"/>
                  </a:lnTo>
                  <a:lnTo>
                    <a:pt x="64890" y="30580"/>
                  </a:lnTo>
                  <a:lnTo>
                    <a:pt x="108399" y="8080"/>
                  </a:lnTo>
                  <a:lnTo>
                    <a:pt x="158496" y="0"/>
                  </a:lnTo>
                  <a:lnTo>
                    <a:pt x="208593" y="8080"/>
                  </a:lnTo>
                  <a:lnTo>
                    <a:pt x="252101" y="30580"/>
                  </a:lnTo>
                  <a:lnTo>
                    <a:pt x="286411" y="64890"/>
                  </a:lnTo>
                  <a:lnTo>
                    <a:pt x="308911" y="108398"/>
                  </a:lnTo>
                  <a:lnTo>
                    <a:pt x="316991" y="158495"/>
                  </a:lnTo>
                  <a:lnTo>
                    <a:pt x="308911" y="208592"/>
                  </a:lnTo>
                  <a:lnTo>
                    <a:pt x="286411" y="252101"/>
                  </a:lnTo>
                  <a:lnTo>
                    <a:pt x="252101" y="286411"/>
                  </a:lnTo>
                  <a:lnTo>
                    <a:pt x="208593" y="308912"/>
                  </a:lnTo>
                  <a:lnTo>
                    <a:pt x="158496" y="316992"/>
                  </a:lnTo>
                  <a:close/>
                </a:path>
              </a:pathLst>
            </a:custGeom>
            <a:solidFill>
              <a:srgbClr val="C26F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84382" y="8193148"/>
              <a:ext cx="12167870" cy="951230"/>
            </a:xfrm>
            <a:custGeom>
              <a:avLst/>
              <a:gdLst/>
              <a:ahLst/>
              <a:cxnLst/>
              <a:rect l="l" t="t" r="r" b="b"/>
              <a:pathLst>
                <a:path w="12167869" h="951229">
                  <a:moveTo>
                    <a:pt x="12167743" y="950976"/>
                  </a:moveTo>
                  <a:lnTo>
                    <a:pt x="0" y="950976"/>
                  </a:lnTo>
                  <a:lnTo>
                    <a:pt x="0" y="0"/>
                  </a:lnTo>
                  <a:lnTo>
                    <a:pt x="12167743" y="0"/>
                  </a:lnTo>
                  <a:lnTo>
                    <a:pt x="12167743" y="950976"/>
                  </a:lnTo>
                  <a:close/>
                </a:path>
              </a:pathLst>
            </a:custGeom>
            <a:solidFill>
              <a:srgbClr val="D6EC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99908" y="8574155"/>
              <a:ext cx="1259879" cy="18227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23472" y="8588706"/>
              <a:ext cx="1344169" cy="21296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33172" y="8574096"/>
              <a:ext cx="2258569" cy="18227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747169" y="8572447"/>
              <a:ext cx="1965718" cy="23169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776572" y="8588706"/>
              <a:ext cx="194471" cy="16766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036821" y="8572447"/>
              <a:ext cx="1170511" cy="18392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96134" y="8864221"/>
              <a:ext cx="1120276" cy="13349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83100" y="5765800"/>
              <a:ext cx="6515100" cy="17780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673600" y="5930900"/>
              <a:ext cx="6146800" cy="13970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041900" y="1734187"/>
            <a:ext cx="3733800" cy="178181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SELECT</a:t>
            </a:r>
            <a:r>
              <a:rPr sz="1900" spc="-34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05" dirty="0">
                <a:solidFill>
                  <a:srgbClr val="D6ECE9"/>
                </a:solidFill>
                <a:latin typeface="Lucida Sans Unicode"/>
                <a:cs typeface="Lucida Sans Unicode"/>
              </a:rPr>
              <a:t>m.original_title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900" spc="-65" dirty="0">
                <a:solidFill>
                  <a:srgbClr val="D6ECE9"/>
                </a:solidFill>
                <a:latin typeface="Lucida Sans Unicode"/>
                <a:cs typeface="Lucida Sans Unicode"/>
              </a:rPr>
              <a:t>FROM</a:t>
            </a:r>
            <a:r>
              <a:rPr sz="1900" spc="-21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50" dirty="0">
                <a:solidFill>
                  <a:srgbClr val="D6ECE9"/>
                </a:solidFill>
                <a:latin typeface="Lucida Sans Unicode"/>
                <a:cs typeface="Lucida Sans Unicode"/>
              </a:rPr>
              <a:t>movies</a:t>
            </a:r>
            <a:r>
              <a:rPr sz="1900" spc="-15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50" dirty="0">
                <a:solidFill>
                  <a:srgbClr val="D6ECE9"/>
                </a:solidFill>
                <a:latin typeface="Lucida Sans Unicode"/>
                <a:cs typeface="Lucida Sans Unicode"/>
              </a:rPr>
              <a:t>m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900" spc="-55" dirty="0">
                <a:solidFill>
                  <a:srgbClr val="D6ECE9"/>
                </a:solidFill>
                <a:latin typeface="Lucida Sans Unicode"/>
                <a:cs typeface="Lucida Sans Unicode"/>
              </a:rPr>
              <a:t>JOIN</a:t>
            </a:r>
            <a:r>
              <a:rPr sz="1900" spc="-12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45" dirty="0">
                <a:solidFill>
                  <a:srgbClr val="D6ECE9"/>
                </a:solidFill>
                <a:latin typeface="Lucida Sans Unicode"/>
                <a:cs typeface="Lucida Sans Unicode"/>
              </a:rPr>
              <a:t>directors</a:t>
            </a:r>
            <a:r>
              <a:rPr sz="1900" spc="-15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50" dirty="0">
                <a:solidFill>
                  <a:srgbClr val="D6ECE9"/>
                </a:solidFill>
                <a:latin typeface="Lucida Sans Unicode"/>
                <a:cs typeface="Lucida Sans Unicode"/>
              </a:rPr>
              <a:t>d</a:t>
            </a:r>
            <a:endParaRPr sz="1900">
              <a:latin typeface="Lucida Sans Unicode"/>
              <a:cs typeface="Lucida Sans Unicode"/>
            </a:endParaRPr>
          </a:p>
          <a:p>
            <a:pPr marL="114300">
              <a:lnSpc>
                <a:spcPct val="100000"/>
              </a:lnSpc>
              <a:spcBef>
                <a:spcPts val="520"/>
              </a:spcBef>
            </a:pPr>
            <a:r>
              <a:rPr sz="1900" spc="-175" dirty="0">
                <a:solidFill>
                  <a:srgbClr val="D6ECE9"/>
                </a:solidFill>
                <a:latin typeface="Lucida Sans Unicode"/>
                <a:cs typeface="Lucida Sans Unicode"/>
              </a:rPr>
              <a:t>ON</a:t>
            </a:r>
            <a:r>
              <a:rPr sz="1900" spc="-12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60" dirty="0">
                <a:solidFill>
                  <a:srgbClr val="D6ECE9"/>
                </a:solidFill>
                <a:latin typeface="Lucida Sans Unicode"/>
                <a:cs typeface="Lucida Sans Unicode"/>
              </a:rPr>
              <a:t>m.director_id</a:t>
            </a:r>
            <a:r>
              <a:rPr sz="1900" spc="-18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850" spc="-400" dirty="0">
                <a:solidFill>
                  <a:srgbClr val="D6ECE9"/>
                </a:solidFill>
                <a:latin typeface="Lucida Sans Unicode"/>
                <a:cs typeface="Lucida Sans Unicode"/>
              </a:rPr>
              <a:t>=</a:t>
            </a:r>
            <a:r>
              <a:rPr sz="1850" spc="-12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d.id</a:t>
            </a: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900" spc="-10" dirty="0">
                <a:solidFill>
                  <a:srgbClr val="D6ECE9"/>
                </a:solidFill>
                <a:latin typeface="Lucida Sans Unicode"/>
                <a:cs typeface="Lucida Sans Unicode"/>
              </a:rPr>
              <a:t>WHERE</a:t>
            </a:r>
            <a:r>
              <a:rPr sz="1900" spc="-14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75" dirty="0">
                <a:solidFill>
                  <a:srgbClr val="D6ECE9"/>
                </a:solidFill>
                <a:latin typeface="Lucida Sans Unicode"/>
                <a:cs typeface="Lucida Sans Unicode"/>
              </a:rPr>
              <a:t>d.name</a:t>
            </a:r>
            <a:r>
              <a:rPr sz="1900" spc="-30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850" spc="-400" dirty="0">
                <a:solidFill>
                  <a:srgbClr val="D6ECE9"/>
                </a:solidFill>
                <a:latin typeface="Lucida Sans Unicode"/>
                <a:cs typeface="Lucida Sans Unicode"/>
              </a:rPr>
              <a:t>=</a:t>
            </a:r>
            <a:r>
              <a:rPr sz="1850" spc="-14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20" dirty="0">
                <a:solidFill>
                  <a:srgbClr val="D6ECE9"/>
                </a:solidFill>
                <a:latin typeface="Lucida Sans Unicode"/>
                <a:cs typeface="Lucida Sans Unicode"/>
              </a:rPr>
              <a:t>'Brenda</a:t>
            </a:r>
            <a:r>
              <a:rPr sz="1900" spc="-229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35" dirty="0">
                <a:solidFill>
                  <a:srgbClr val="D6ECE9"/>
                </a:solidFill>
                <a:latin typeface="Lucida Sans Unicode"/>
                <a:cs typeface="Lucida Sans Unicode"/>
              </a:rPr>
              <a:t>Chapman';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spc="-434" dirty="0"/>
              <a:t>13</a:t>
            </a:fld>
            <a:endParaRPr spc="-434" dirty="0"/>
          </a:p>
        </p:txBody>
      </p:sp>
      <p:sp>
        <p:nvSpPr>
          <p:cNvPr id="26" name="object 26"/>
          <p:cNvSpPr txBox="1"/>
          <p:nvPr/>
        </p:nvSpPr>
        <p:spPr>
          <a:xfrm>
            <a:off x="11137900" y="1527651"/>
            <a:ext cx="1879600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40" dirty="0">
                <a:solidFill>
                  <a:srgbClr val="C26F3C"/>
                </a:solidFill>
                <a:latin typeface="Arial"/>
                <a:cs typeface="Arial"/>
              </a:rPr>
              <a:t>H</a:t>
            </a:r>
            <a:r>
              <a:rPr sz="1550" b="1" spc="-13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45" dirty="0">
                <a:solidFill>
                  <a:srgbClr val="C26F3C"/>
                </a:solidFill>
                <a:latin typeface="Arial"/>
                <a:cs typeface="Arial"/>
              </a:rPr>
              <a:t>O</a:t>
            </a:r>
            <a:r>
              <a:rPr sz="1550" b="1" spc="-204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290" dirty="0">
                <a:solidFill>
                  <a:srgbClr val="C26F3C"/>
                </a:solidFill>
                <a:latin typeface="Arial"/>
                <a:cs typeface="Arial"/>
              </a:rPr>
              <a:t>W</a:t>
            </a:r>
            <a:r>
              <a:rPr sz="1550" b="1" spc="31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90" dirty="0">
                <a:solidFill>
                  <a:srgbClr val="C26F3C"/>
                </a:solidFill>
                <a:latin typeface="Arial"/>
                <a:cs typeface="Arial"/>
              </a:rPr>
              <a:t>I</a:t>
            </a:r>
            <a:r>
              <a:rPr sz="1550" b="1" spc="-17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55" dirty="0">
                <a:solidFill>
                  <a:srgbClr val="C26F3C"/>
                </a:solidFill>
                <a:latin typeface="Arial"/>
                <a:cs typeface="Arial"/>
              </a:rPr>
              <a:t>T</a:t>
            </a:r>
            <a:r>
              <a:rPr sz="1550" b="1" spc="47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145" dirty="0">
                <a:solidFill>
                  <a:srgbClr val="C26F3C"/>
                </a:solidFill>
                <a:latin typeface="Arial"/>
                <a:cs typeface="Arial"/>
              </a:rPr>
              <a:t>WO</a:t>
            </a:r>
            <a:r>
              <a:rPr sz="1550" b="1" spc="-21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35" dirty="0">
                <a:solidFill>
                  <a:srgbClr val="C26F3C"/>
                </a:solidFill>
                <a:latin typeface="Arial"/>
                <a:cs typeface="Arial"/>
              </a:rPr>
              <a:t>KS</a:t>
            </a:r>
            <a:endParaRPr sz="15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137900" y="1890814"/>
            <a:ext cx="4667250" cy="1851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54000" marR="210185" indent="-241300">
              <a:lnSpc>
                <a:spcPts val="2000"/>
              </a:lnSpc>
              <a:spcBef>
                <a:spcPts val="310"/>
              </a:spcBef>
              <a:buChar char="•"/>
              <a:tabLst>
                <a:tab pos="254000" algn="l"/>
              </a:tabLst>
            </a:pPr>
            <a:r>
              <a:rPr sz="1800" spc="-40" dirty="0">
                <a:solidFill>
                  <a:srgbClr val="202F2E"/>
                </a:solidFill>
                <a:latin typeface="Lucida Sans Unicode"/>
                <a:cs typeface="Lucida Sans Unicode"/>
              </a:rPr>
              <a:t>JOIN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...</a:t>
            </a:r>
            <a:r>
              <a:rPr sz="1800" spc="-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ON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5" dirty="0">
                <a:solidFill>
                  <a:srgbClr val="202F2E"/>
                </a:solidFill>
                <a:latin typeface="Lucida Sans Unicode"/>
                <a:cs typeface="Lucida Sans Unicode"/>
              </a:rPr>
              <a:t>m.director_id</a:t>
            </a:r>
            <a:r>
              <a:rPr sz="1800" spc="-1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750" spc="-375" dirty="0">
                <a:solidFill>
                  <a:srgbClr val="202F2E"/>
                </a:solidFill>
                <a:latin typeface="Lucida Sans Unicode"/>
                <a:cs typeface="Lucida Sans Unicode"/>
              </a:rPr>
              <a:t>=</a:t>
            </a:r>
            <a:r>
              <a:rPr sz="1750" spc="-3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d.id</a:t>
            </a:r>
            <a:r>
              <a:rPr sz="1800" spc="-21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0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65" dirty="0">
                <a:solidFill>
                  <a:srgbClr val="202F2E"/>
                </a:solidFill>
                <a:latin typeface="Lucida Sans Unicode"/>
                <a:cs typeface="Lucida Sans Unicode"/>
              </a:rPr>
              <a:t>links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45" dirty="0">
                <a:solidFill>
                  <a:srgbClr val="202F2E"/>
                </a:solidFill>
                <a:latin typeface="Lucida Sans Unicode"/>
                <a:cs typeface="Lucida Sans Unicode"/>
              </a:rPr>
              <a:t>each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movie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5" dirty="0">
                <a:solidFill>
                  <a:srgbClr val="202F2E"/>
                </a:solidFill>
                <a:latin typeface="Lucida Sans Unicode"/>
                <a:cs typeface="Lucida Sans Unicode"/>
              </a:rPr>
              <a:t>to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its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director</a:t>
            </a:r>
            <a:r>
              <a:rPr sz="1800" spc="-17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60" dirty="0">
                <a:solidFill>
                  <a:srgbClr val="202F2E"/>
                </a:solidFill>
                <a:latin typeface="Lucida Sans Unicode"/>
                <a:cs typeface="Lucida Sans Unicode"/>
              </a:rPr>
              <a:t>using</a:t>
            </a:r>
            <a:r>
              <a:rPr sz="1800" spc="-20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the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5" dirty="0">
                <a:solidFill>
                  <a:srgbClr val="202F2E"/>
                </a:solidFill>
                <a:latin typeface="Lucida Sans Unicode"/>
                <a:cs typeface="Lucida Sans Unicode"/>
              </a:rPr>
              <a:t>foreign</a:t>
            </a:r>
            <a:r>
              <a:rPr sz="1800" spc="-6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202F2E"/>
                </a:solidFill>
                <a:latin typeface="Lucida Sans Unicode"/>
                <a:cs typeface="Lucida Sans Unicode"/>
              </a:rPr>
              <a:t>key.</a:t>
            </a:r>
            <a:endParaRPr sz="1800">
              <a:latin typeface="Lucida Sans Unicode"/>
              <a:cs typeface="Lucida Sans Unicode"/>
            </a:endParaRPr>
          </a:p>
          <a:p>
            <a:pPr marL="254000" marR="5080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spc="-210" dirty="0">
                <a:solidFill>
                  <a:srgbClr val="202F2E"/>
                </a:solidFill>
                <a:latin typeface="Lucida Sans Unicode"/>
                <a:cs typeface="Lucida Sans Unicode"/>
              </a:rPr>
              <a:t>m</a:t>
            </a:r>
            <a:r>
              <a:rPr sz="1800" spc="-24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5" dirty="0">
                <a:solidFill>
                  <a:srgbClr val="202F2E"/>
                </a:solidFill>
                <a:latin typeface="Lucida Sans Unicode"/>
                <a:cs typeface="Lucida Sans Unicode"/>
              </a:rPr>
              <a:t>and</a:t>
            </a:r>
            <a:r>
              <a:rPr sz="1800" spc="-21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d</a:t>
            </a:r>
            <a:r>
              <a:rPr sz="1800" spc="-1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1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0" dirty="0">
                <a:solidFill>
                  <a:srgbClr val="202F2E"/>
                </a:solidFill>
                <a:latin typeface="Lucida Sans Unicode"/>
                <a:cs typeface="Lucida Sans Unicode"/>
              </a:rPr>
              <a:t>table</a:t>
            </a:r>
            <a:r>
              <a:rPr sz="1800" spc="-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aliases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that</a:t>
            </a:r>
            <a:r>
              <a:rPr sz="1800" spc="-11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keep</a:t>
            </a:r>
            <a:r>
              <a:rPr sz="1800" spc="-26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65" dirty="0">
                <a:solidFill>
                  <a:srgbClr val="202F2E"/>
                </a:solidFill>
                <a:latin typeface="Lucida Sans Unicode"/>
                <a:cs typeface="Lucida Sans Unicode"/>
              </a:rPr>
              <a:t>long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 queries </a:t>
            </a:r>
            <a:r>
              <a:rPr sz="1800" spc="-150" dirty="0">
                <a:solidFill>
                  <a:srgbClr val="202F2E"/>
                </a:solidFill>
                <a:latin typeface="Lucida Sans Unicode"/>
                <a:cs typeface="Lucida Sans Unicode"/>
              </a:rPr>
              <a:t>short</a:t>
            </a:r>
            <a:r>
              <a:rPr sz="1800" spc="-12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75" dirty="0">
                <a:solidFill>
                  <a:srgbClr val="202F2E"/>
                </a:solidFill>
                <a:latin typeface="Lucida Sans Unicode"/>
                <a:cs typeface="Lucida Sans Unicode"/>
              </a:rPr>
              <a:t>and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40" dirty="0">
                <a:solidFill>
                  <a:srgbClr val="202F2E"/>
                </a:solidFill>
                <a:latin typeface="Lucida Sans Unicode"/>
                <a:cs typeface="Lucida Sans Unicode"/>
              </a:rPr>
              <a:t>readable.</a:t>
            </a:r>
            <a:endParaRPr sz="1800">
              <a:latin typeface="Lucida Sans Unicode"/>
              <a:cs typeface="Lucida Sans Unicode"/>
            </a:endParaRPr>
          </a:p>
          <a:p>
            <a:pPr marL="254000" marR="282575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WHERE</a:t>
            </a:r>
            <a:r>
              <a:rPr sz="1800" spc="-15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60" dirty="0">
                <a:solidFill>
                  <a:srgbClr val="202F2E"/>
                </a:solidFill>
                <a:latin typeface="Lucida Sans Unicode"/>
                <a:cs typeface="Lucida Sans Unicode"/>
              </a:rPr>
              <a:t>d.name</a:t>
            </a:r>
            <a:r>
              <a:rPr sz="1800" spc="-20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750" spc="-375" dirty="0">
                <a:solidFill>
                  <a:srgbClr val="202F2E"/>
                </a:solidFill>
                <a:latin typeface="Lucida Sans Unicode"/>
                <a:cs typeface="Lucida Sans Unicode"/>
              </a:rPr>
              <a:t>=</a:t>
            </a:r>
            <a:r>
              <a:rPr sz="1750" spc="-5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...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1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filters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5" dirty="0">
                <a:solidFill>
                  <a:srgbClr val="202F2E"/>
                </a:solidFill>
                <a:latin typeface="Lucida Sans Unicode"/>
                <a:cs typeface="Lucida Sans Unicode"/>
              </a:rPr>
              <a:t>the</a:t>
            </a:r>
            <a:r>
              <a:rPr sz="1800" spc="-1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combined </a:t>
            </a:r>
            <a:r>
              <a:rPr sz="1800" spc="-150" dirty="0">
                <a:solidFill>
                  <a:srgbClr val="202F2E"/>
                </a:solidFill>
                <a:latin typeface="Lucida Sans Unicode"/>
                <a:cs typeface="Lucida Sans Unicode"/>
              </a:rPr>
              <a:t>result</a:t>
            </a:r>
            <a:r>
              <a:rPr sz="1800" spc="-11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5" dirty="0">
                <a:solidFill>
                  <a:srgbClr val="202F2E"/>
                </a:solidFill>
                <a:latin typeface="Lucida Sans Unicode"/>
                <a:cs typeface="Lucida Sans Unicode"/>
              </a:rPr>
              <a:t>down</a:t>
            </a:r>
            <a:r>
              <a:rPr sz="1800" spc="-17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to</a:t>
            </a:r>
            <a:r>
              <a:rPr sz="1800" spc="-25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one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202F2E"/>
                </a:solidFill>
                <a:latin typeface="Lucida Sans Unicode"/>
                <a:cs typeface="Lucida Sans Unicode"/>
              </a:rPr>
              <a:t>director.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73600" y="5477351"/>
            <a:ext cx="4813300" cy="14008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110" dirty="0">
                <a:solidFill>
                  <a:srgbClr val="C26F3C"/>
                </a:solidFill>
                <a:latin typeface="Arial"/>
                <a:cs typeface="Arial"/>
              </a:rPr>
              <a:t>E</a:t>
            </a:r>
            <a:r>
              <a:rPr sz="1550" b="1" spc="-16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C26F3C"/>
                </a:solidFill>
                <a:latin typeface="Arial"/>
                <a:cs typeface="Arial"/>
              </a:rPr>
              <a:t>S</a:t>
            </a:r>
            <a:r>
              <a:rPr sz="1550" b="1" spc="-22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30" dirty="0">
                <a:solidFill>
                  <a:srgbClr val="C26F3C"/>
                </a:solidFill>
                <a:latin typeface="Arial"/>
                <a:cs typeface="Arial"/>
              </a:rPr>
              <a:t>U</a:t>
            </a:r>
            <a:r>
              <a:rPr sz="1550" b="1" spc="-14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70" dirty="0">
                <a:solidFill>
                  <a:srgbClr val="C26F3C"/>
                </a:solidFill>
                <a:latin typeface="Arial"/>
                <a:cs typeface="Arial"/>
              </a:rPr>
              <a:t>LT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14"/>
              </a:spcBef>
            </a:pPr>
            <a:endParaRPr sz="150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</a:pPr>
            <a:r>
              <a:rPr sz="2400" b="1" dirty="0">
                <a:solidFill>
                  <a:srgbClr val="0A3C41"/>
                </a:solidFill>
                <a:latin typeface="Tahoma"/>
                <a:cs typeface="Tahoma"/>
              </a:rPr>
              <a:t>0</a:t>
            </a:r>
            <a:r>
              <a:rPr sz="2400" b="1" spc="-245" dirty="0">
                <a:solidFill>
                  <a:srgbClr val="0A3C41"/>
                </a:solidFill>
                <a:latin typeface="Tahoma"/>
                <a:cs typeface="Tahoma"/>
              </a:rPr>
              <a:t> </a:t>
            </a:r>
            <a:r>
              <a:rPr sz="2450" b="1" spc="-135" dirty="0">
                <a:solidFill>
                  <a:srgbClr val="0A3C41"/>
                </a:solidFill>
                <a:latin typeface="Arial"/>
                <a:cs typeface="Arial"/>
              </a:rPr>
              <a:t>rows</a:t>
            </a:r>
            <a:r>
              <a:rPr sz="2450" b="1" spc="-210" dirty="0">
                <a:solidFill>
                  <a:srgbClr val="0A3C41"/>
                </a:solidFill>
                <a:latin typeface="Arial"/>
                <a:cs typeface="Arial"/>
              </a:rPr>
              <a:t> </a:t>
            </a:r>
            <a:r>
              <a:rPr sz="2450" b="1" spc="-55" dirty="0">
                <a:solidFill>
                  <a:srgbClr val="0A3C41"/>
                </a:solidFill>
                <a:latin typeface="Arial"/>
                <a:cs typeface="Arial"/>
              </a:rPr>
              <a:t>r</a:t>
            </a:r>
            <a:r>
              <a:rPr sz="2400" b="1" spc="-55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2450" b="1" spc="-55" dirty="0">
                <a:solidFill>
                  <a:srgbClr val="0A3C41"/>
                </a:solidFill>
                <a:latin typeface="Arial"/>
                <a:cs typeface="Arial"/>
              </a:rPr>
              <a:t>turn</a:t>
            </a:r>
            <a:r>
              <a:rPr sz="2400" b="1" spc="-55" dirty="0">
                <a:solidFill>
                  <a:srgbClr val="0A3C41"/>
                </a:solidFill>
                <a:latin typeface="Verdana"/>
                <a:cs typeface="Verdana"/>
              </a:rPr>
              <a:t>ed</a:t>
            </a:r>
            <a:endParaRPr sz="2400">
              <a:latin typeface="Verdana"/>
              <a:cs typeface="Verdana"/>
            </a:endParaRPr>
          </a:p>
          <a:p>
            <a:pPr marL="381000">
              <a:lnSpc>
                <a:spcPct val="100000"/>
              </a:lnSpc>
              <a:spcBef>
                <a:spcPts val="509"/>
              </a:spcBef>
            </a:pPr>
            <a:r>
              <a:rPr sz="1650" spc="-114" dirty="0">
                <a:solidFill>
                  <a:srgbClr val="5C726F"/>
                </a:solidFill>
                <a:latin typeface="Lucida Sans Unicode"/>
                <a:cs typeface="Lucida Sans Unicode"/>
              </a:rPr>
              <a:t>no</a:t>
            </a:r>
            <a:r>
              <a:rPr sz="1650" spc="-24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95" dirty="0">
                <a:solidFill>
                  <a:srgbClr val="5C726F"/>
                </a:solidFill>
                <a:latin typeface="Lucida Sans Unicode"/>
                <a:cs typeface="Lucida Sans Unicode"/>
              </a:rPr>
              <a:t>Brenda</a:t>
            </a:r>
            <a:r>
              <a:rPr sz="1650" spc="-12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35" dirty="0">
                <a:solidFill>
                  <a:srgbClr val="5C726F"/>
                </a:solidFill>
                <a:latin typeface="Lucida Sans Unicode"/>
                <a:cs typeface="Lucida Sans Unicode"/>
              </a:rPr>
              <a:t>Chapman</a:t>
            </a:r>
            <a:r>
              <a:rPr sz="1650" spc="-16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20" dirty="0">
                <a:solidFill>
                  <a:srgbClr val="5C726F"/>
                </a:solidFill>
                <a:latin typeface="Lucida Sans Unicode"/>
                <a:cs typeface="Lucida Sans Unicode"/>
              </a:rPr>
              <a:t>films</a:t>
            </a:r>
            <a:r>
              <a:rPr sz="1650" spc="-19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75" dirty="0">
                <a:solidFill>
                  <a:srgbClr val="5C726F"/>
                </a:solidFill>
                <a:latin typeface="Lucida Sans Unicode"/>
                <a:cs typeface="Lucida Sans Unicode"/>
              </a:rPr>
              <a:t>in</a:t>
            </a:r>
            <a:r>
              <a:rPr sz="1650" spc="-16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25" dirty="0">
                <a:solidFill>
                  <a:srgbClr val="5C726F"/>
                </a:solidFill>
                <a:latin typeface="Lucida Sans Unicode"/>
                <a:cs typeface="Lucida Sans Unicode"/>
              </a:rPr>
              <a:t>this</a:t>
            </a:r>
            <a:r>
              <a:rPr sz="1650" spc="-19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225" dirty="0">
                <a:solidFill>
                  <a:srgbClr val="5C726F"/>
                </a:solidFill>
                <a:latin typeface="Lucida Sans Unicode"/>
                <a:cs typeface="Lucida Sans Unicode"/>
              </a:rPr>
              <a:t>47</a:t>
            </a:r>
            <a:r>
              <a:rPr sz="1800" spc="-225" dirty="0">
                <a:solidFill>
                  <a:srgbClr val="5C726F"/>
                </a:solidFill>
                <a:latin typeface="Lucida Sans Unicode"/>
                <a:cs typeface="Lucida Sans Unicode"/>
              </a:rPr>
              <a:t>-</a:t>
            </a:r>
            <a:r>
              <a:rPr sz="1650" spc="-114" dirty="0">
                <a:solidFill>
                  <a:srgbClr val="5C726F"/>
                </a:solidFill>
                <a:latin typeface="Lucida Sans Unicode"/>
                <a:cs typeface="Lucida Sans Unicode"/>
              </a:rPr>
              <a:t>movie</a:t>
            </a:r>
            <a:r>
              <a:rPr sz="1650" spc="-19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55" dirty="0">
                <a:solidFill>
                  <a:srgbClr val="5C726F"/>
                </a:solidFill>
                <a:latin typeface="Lucida Sans Unicode"/>
                <a:cs typeface="Lucida Sans Unicode"/>
              </a:rPr>
              <a:t>sample</a:t>
            </a:r>
            <a:endParaRPr sz="1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9" y="731531"/>
            <a:ext cx="756285" cy="756285"/>
          </a:xfrm>
          <a:prstGeom prst="rect">
            <a:avLst/>
          </a:prstGeom>
          <a:solidFill>
            <a:srgbClr val="C26F3C"/>
          </a:solidFill>
        </p:spPr>
        <p:txBody>
          <a:bodyPr vert="horz" wrap="square" lIns="0" tIns="100330" rIns="0" bIns="0" rtlCol="0">
            <a:spAutoFit/>
          </a:bodyPr>
          <a:lstStyle/>
          <a:p>
            <a:pPr marL="253365">
              <a:lnSpc>
                <a:spcPct val="100000"/>
              </a:lnSpc>
              <a:spcBef>
                <a:spcPts val="790"/>
              </a:spcBef>
            </a:pPr>
            <a:r>
              <a:rPr sz="3350" b="1" spc="-50" dirty="0">
                <a:solidFill>
                  <a:srgbClr val="072529"/>
                </a:solidFill>
                <a:latin typeface="Arial"/>
                <a:cs typeface="Arial"/>
              </a:rPr>
              <a:t>L</a:t>
            </a:r>
            <a:endParaRPr sz="33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6900" y="1856130"/>
            <a:ext cx="1913255" cy="523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939"/>
              </a:lnSpc>
              <a:spcBef>
                <a:spcPts val="135"/>
              </a:spcBef>
            </a:pPr>
            <a:r>
              <a:rPr sz="1650" b="1" spc="55" dirty="0">
                <a:solidFill>
                  <a:srgbClr val="DFA06A"/>
                </a:solidFill>
                <a:latin typeface="Arial"/>
                <a:cs typeface="Arial"/>
              </a:rPr>
              <a:t>JOI</a:t>
            </a:r>
            <a:r>
              <a:rPr sz="1650" b="1" spc="-229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45" dirty="0">
                <a:solidFill>
                  <a:srgbClr val="DFA06A"/>
                </a:solidFill>
                <a:latin typeface="Arial"/>
                <a:cs typeface="Arial"/>
              </a:rPr>
              <a:t>N</a:t>
            </a:r>
            <a:r>
              <a:rPr sz="1650" b="1" spc="-21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DFA06A"/>
                </a:solidFill>
                <a:latin typeface="Arial"/>
                <a:cs typeface="Arial"/>
              </a:rPr>
              <a:t>S</a:t>
            </a:r>
            <a:r>
              <a:rPr sz="1650" b="1" spc="16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spc="-50" dirty="0">
                <a:solidFill>
                  <a:srgbClr val="DFA06A"/>
                </a:solidFill>
                <a:latin typeface="Arial Black"/>
                <a:cs typeface="Arial Black"/>
              </a:rPr>
              <a:t>&amp;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ts val="1939"/>
              </a:lnSpc>
            </a:pPr>
            <a:r>
              <a:rPr sz="1650" b="1" spc="80" dirty="0">
                <a:solidFill>
                  <a:srgbClr val="DFA06A"/>
                </a:solidFill>
                <a:latin typeface="Arial"/>
                <a:cs typeface="Arial"/>
              </a:rPr>
              <a:t>RELATI</a:t>
            </a:r>
            <a:r>
              <a:rPr sz="1650" b="1" spc="-22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70" dirty="0">
                <a:solidFill>
                  <a:srgbClr val="DFA06A"/>
                </a:solidFill>
                <a:latin typeface="Arial"/>
                <a:cs typeface="Arial"/>
              </a:rPr>
              <a:t>ONSH</a:t>
            </a:r>
            <a:r>
              <a:rPr sz="1650" b="1" spc="-229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105" dirty="0">
                <a:solidFill>
                  <a:srgbClr val="DFA06A"/>
                </a:solidFill>
                <a:latin typeface="Arial"/>
                <a:cs typeface="Arial"/>
              </a:rPr>
              <a:t>I</a:t>
            </a:r>
            <a:r>
              <a:rPr sz="1650" b="1" spc="-22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25" dirty="0">
                <a:solidFill>
                  <a:srgbClr val="DFA06A"/>
                </a:solidFill>
                <a:latin typeface="Arial"/>
                <a:cs typeface="Arial"/>
              </a:rPr>
              <a:t>PS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900" y="2418974"/>
            <a:ext cx="2508250" cy="145097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 marR="5080">
              <a:lnSpc>
                <a:spcPts val="3600"/>
              </a:lnSpc>
              <a:spcBef>
                <a:spcPts val="570"/>
              </a:spcBef>
            </a:pPr>
            <a:r>
              <a:rPr sz="3250" b="1" spc="-195" dirty="0">
                <a:solidFill>
                  <a:srgbClr val="FAFAF6"/>
                </a:solidFill>
                <a:latin typeface="Arial"/>
                <a:cs typeface="Arial"/>
              </a:rPr>
              <a:t>D</a:t>
            </a:r>
            <a:r>
              <a:rPr sz="3350" b="1" spc="-195" dirty="0">
                <a:solidFill>
                  <a:srgbClr val="FAFAF6"/>
                </a:solidFill>
                <a:latin typeface="Tahoma"/>
                <a:cs typeface="Tahoma"/>
              </a:rPr>
              <a:t>ir</a:t>
            </a:r>
            <a:r>
              <a:rPr sz="3250" b="1" spc="-195" dirty="0">
                <a:solidFill>
                  <a:srgbClr val="FAFAF6"/>
                </a:solidFill>
                <a:latin typeface="Arial"/>
                <a:cs typeface="Arial"/>
              </a:rPr>
              <a:t>ec</a:t>
            </a:r>
            <a:r>
              <a:rPr sz="3350" b="1" spc="-195" dirty="0">
                <a:solidFill>
                  <a:srgbClr val="FAFAF6"/>
                </a:solidFill>
                <a:latin typeface="Tahoma"/>
                <a:cs typeface="Tahoma"/>
              </a:rPr>
              <a:t>tor</a:t>
            </a:r>
            <a:r>
              <a:rPr sz="3350" b="1" spc="-345" dirty="0">
                <a:solidFill>
                  <a:srgbClr val="FAFAF6"/>
                </a:solidFill>
                <a:latin typeface="Tahoma"/>
                <a:cs typeface="Tahoma"/>
              </a:rPr>
              <a:t> </a:t>
            </a:r>
            <a:r>
              <a:rPr sz="3250" b="1" spc="-140" dirty="0">
                <a:solidFill>
                  <a:srgbClr val="FAFAF6"/>
                </a:solidFill>
                <a:latin typeface="Arial"/>
                <a:cs typeface="Arial"/>
              </a:rPr>
              <a:t>W</a:t>
            </a:r>
            <a:r>
              <a:rPr sz="3350" b="1" spc="-140" dirty="0">
                <a:solidFill>
                  <a:srgbClr val="FAFAF6"/>
                </a:solidFill>
                <a:latin typeface="Tahoma"/>
                <a:cs typeface="Tahoma"/>
              </a:rPr>
              <a:t>ith </a:t>
            </a:r>
            <a:r>
              <a:rPr sz="3350" b="1" spc="-225" dirty="0">
                <a:solidFill>
                  <a:srgbClr val="FAFAF6"/>
                </a:solidFill>
                <a:latin typeface="Tahoma"/>
                <a:cs typeface="Tahoma"/>
              </a:rPr>
              <a:t>th</a:t>
            </a:r>
            <a:r>
              <a:rPr sz="3250" b="1" spc="-225" dirty="0">
                <a:solidFill>
                  <a:srgbClr val="FAFAF6"/>
                </a:solidFill>
                <a:latin typeface="Arial"/>
                <a:cs typeface="Arial"/>
              </a:rPr>
              <a:t>e</a:t>
            </a:r>
            <a:r>
              <a:rPr sz="3250" b="1" spc="-305" dirty="0">
                <a:solidFill>
                  <a:srgbClr val="FAFAF6"/>
                </a:solidFill>
                <a:latin typeface="Arial"/>
                <a:cs typeface="Arial"/>
              </a:rPr>
              <a:t> </a:t>
            </a:r>
            <a:r>
              <a:rPr sz="3250" b="1" spc="-20" dirty="0">
                <a:solidFill>
                  <a:srgbClr val="FAFAF6"/>
                </a:solidFill>
                <a:latin typeface="Arial"/>
                <a:cs typeface="Arial"/>
              </a:rPr>
              <a:t>M</a:t>
            </a:r>
            <a:r>
              <a:rPr sz="3350" b="1" spc="-20" dirty="0">
                <a:solidFill>
                  <a:srgbClr val="FAFAF6"/>
                </a:solidFill>
                <a:latin typeface="Tahoma"/>
                <a:cs typeface="Tahoma"/>
              </a:rPr>
              <a:t>ost </a:t>
            </a:r>
            <a:r>
              <a:rPr sz="3250" b="1" spc="-10" dirty="0">
                <a:solidFill>
                  <a:srgbClr val="FAFAF6"/>
                </a:solidFill>
                <a:latin typeface="Arial"/>
                <a:cs typeface="Arial"/>
              </a:rPr>
              <a:t>M</a:t>
            </a:r>
            <a:r>
              <a:rPr sz="3350" b="1" spc="-10" dirty="0">
                <a:solidFill>
                  <a:srgbClr val="FAFAF6"/>
                </a:solidFill>
                <a:latin typeface="Tahoma"/>
                <a:cs typeface="Tahoma"/>
              </a:rPr>
              <a:t>ovi</a:t>
            </a:r>
            <a:r>
              <a:rPr sz="3250" b="1" spc="-10" dirty="0">
                <a:solidFill>
                  <a:srgbClr val="FAFAF6"/>
                </a:solidFill>
                <a:latin typeface="Arial"/>
                <a:cs typeface="Arial"/>
              </a:rPr>
              <a:t>e</a:t>
            </a:r>
            <a:r>
              <a:rPr sz="3350" b="1" spc="-10" dirty="0">
                <a:solidFill>
                  <a:srgbClr val="FAFAF6"/>
                </a:solidFill>
                <a:latin typeface="Tahoma"/>
                <a:cs typeface="Tahoma"/>
              </a:rPr>
              <a:t>s</a:t>
            </a:r>
            <a:endParaRPr sz="33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1720" y="1068455"/>
            <a:ext cx="2204122" cy="1822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14072" y="1068455"/>
            <a:ext cx="1891512" cy="18221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483100" y="1346200"/>
            <a:ext cx="6515100" cy="4940300"/>
            <a:chOff x="4483100" y="1346200"/>
            <a:chExt cx="6515100" cy="49403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3100" y="1346200"/>
              <a:ext cx="6515100" cy="4940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73600" y="1498600"/>
              <a:ext cx="6146800" cy="455930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99025" y="6502400"/>
            <a:ext cx="15653385" cy="2642235"/>
            <a:chOff x="599025" y="6502400"/>
            <a:chExt cx="15653385" cy="2642235"/>
          </a:xfrm>
        </p:grpSpPr>
        <p:sp>
          <p:nvSpPr>
            <p:cNvPr id="11" name="object 11"/>
            <p:cNvSpPr/>
            <p:nvPr/>
          </p:nvSpPr>
          <p:spPr>
            <a:xfrm>
              <a:off x="609609" y="7498194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59" y="3989"/>
                  </a:lnTo>
                  <a:lnTo>
                    <a:pt x="208459" y="15538"/>
                  </a:lnTo>
                  <a:lnTo>
                    <a:pt x="164726" y="34021"/>
                  </a:lnTo>
                  <a:lnTo>
                    <a:pt x="124789" y="58808"/>
                  </a:lnTo>
                  <a:lnTo>
                    <a:pt x="89273" y="89273"/>
                  </a:lnTo>
                  <a:lnTo>
                    <a:pt x="58808" y="124789"/>
                  </a:lnTo>
                  <a:lnTo>
                    <a:pt x="34021" y="164726"/>
                  </a:lnTo>
                  <a:lnTo>
                    <a:pt x="15538" y="208459"/>
                  </a:lnTo>
                  <a:lnTo>
                    <a:pt x="3989" y="255359"/>
                  </a:lnTo>
                  <a:lnTo>
                    <a:pt x="0" y="304800"/>
                  </a:lnTo>
                  <a:lnTo>
                    <a:pt x="3989" y="354240"/>
                  </a:lnTo>
                  <a:lnTo>
                    <a:pt x="15538" y="401140"/>
                  </a:lnTo>
                  <a:lnTo>
                    <a:pt x="34021" y="444873"/>
                  </a:lnTo>
                  <a:lnTo>
                    <a:pt x="58808" y="484810"/>
                  </a:lnTo>
                  <a:lnTo>
                    <a:pt x="89273" y="520326"/>
                  </a:lnTo>
                  <a:lnTo>
                    <a:pt x="124789" y="550791"/>
                  </a:lnTo>
                  <a:lnTo>
                    <a:pt x="164726" y="575578"/>
                  </a:lnTo>
                  <a:lnTo>
                    <a:pt x="208459" y="594061"/>
                  </a:lnTo>
                  <a:lnTo>
                    <a:pt x="255359" y="605610"/>
                  </a:lnTo>
                  <a:lnTo>
                    <a:pt x="304800" y="609600"/>
                  </a:lnTo>
                  <a:lnTo>
                    <a:pt x="354240" y="605610"/>
                  </a:lnTo>
                  <a:lnTo>
                    <a:pt x="401140" y="594061"/>
                  </a:lnTo>
                  <a:lnTo>
                    <a:pt x="444873" y="575578"/>
                  </a:lnTo>
                  <a:lnTo>
                    <a:pt x="484810" y="550791"/>
                  </a:lnTo>
                  <a:lnTo>
                    <a:pt x="520326" y="520326"/>
                  </a:lnTo>
                  <a:lnTo>
                    <a:pt x="550791" y="484810"/>
                  </a:lnTo>
                  <a:lnTo>
                    <a:pt x="575578" y="444873"/>
                  </a:lnTo>
                  <a:lnTo>
                    <a:pt x="594061" y="401140"/>
                  </a:lnTo>
                  <a:lnTo>
                    <a:pt x="605610" y="354240"/>
                  </a:lnTo>
                  <a:lnTo>
                    <a:pt x="609600" y="304800"/>
                  </a:lnTo>
                  <a:lnTo>
                    <a:pt x="605610" y="255359"/>
                  </a:lnTo>
                  <a:lnTo>
                    <a:pt x="594061" y="208459"/>
                  </a:lnTo>
                  <a:lnTo>
                    <a:pt x="575578" y="164726"/>
                  </a:lnTo>
                  <a:lnTo>
                    <a:pt x="550791" y="124789"/>
                  </a:lnTo>
                  <a:lnTo>
                    <a:pt x="520326" y="89273"/>
                  </a:lnTo>
                  <a:lnTo>
                    <a:pt x="484810" y="58808"/>
                  </a:lnTo>
                  <a:lnTo>
                    <a:pt x="444873" y="34021"/>
                  </a:lnTo>
                  <a:lnTo>
                    <a:pt x="401140" y="15538"/>
                  </a:lnTo>
                  <a:lnTo>
                    <a:pt x="354240" y="3989"/>
                  </a:lnTo>
                  <a:lnTo>
                    <a:pt x="304800" y="0"/>
                  </a:lnTo>
                  <a:close/>
                </a:path>
              </a:pathLst>
            </a:custGeom>
            <a:ln w="21166">
              <a:solidFill>
                <a:srgbClr val="C26F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80179" y="7681076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496" y="316992"/>
                  </a:moveTo>
                  <a:lnTo>
                    <a:pt x="108399" y="308912"/>
                  </a:lnTo>
                  <a:lnTo>
                    <a:pt x="64890" y="286411"/>
                  </a:lnTo>
                  <a:lnTo>
                    <a:pt x="30580" y="252101"/>
                  </a:lnTo>
                  <a:lnTo>
                    <a:pt x="8080" y="208592"/>
                  </a:lnTo>
                  <a:lnTo>
                    <a:pt x="0" y="158495"/>
                  </a:lnTo>
                  <a:lnTo>
                    <a:pt x="8080" y="108398"/>
                  </a:lnTo>
                  <a:lnTo>
                    <a:pt x="30580" y="64890"/>
                  </a:lnTo>
                  <a:lnTo>
                    <a:pt x="64890" y="30580"/>
                  </a:lnTo>
                  <a:lnTo>
                    <a:pt x="108399" y="8080"/>
                  </a:lnTo>
                  <a:lnTo>
                    <a:pt x="158496" y="0"/>
                  </a:lnTo>
                  <a:lnTo>
                    <a:pt x="208593" y="8080"/>
                  </a:lnTo>
                  <a:lnTo>
                    <a:pt x="252101" y="30580"/>
                  </a:lnTo>
                  <a:lnTo>
                    <a:pt x="286411" y="64890"/>
                  </a:lnTo>
                  <a:lnTo>
                    <a:pt x="308911" y="108398"/>
                  </a:lnTo>
                  <a:lnTo>
                    <a:pt x="316991" y="158495"/>
                  </a:lnTo>
                  <a:lnTo>
                    <a:pt x="308911" y="208592"/>
                  </a:lnTo>
                  <a:lnTo>
                    <a:pt x="286411" y="252101"/>
                  </a:lnTo>
                  <a:lnTo>
                    <a:pt x="252101" y="286411"/>
                  </a:lnTo>
                  <a:lnTo>
                    <a:pt x="208593" y="308912"/>
                  </a:lnTo>
                  <a:lnTo>
                    <a:pt x="158496" y="316992"/>
                  </a:lnTo>
                  <a:close/>
                </a:path>
              </a:pathLst>
            </a:custGeom>
            <a:solidFill>
              <a:srgbClr val="C26F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84382" y="8193148"/>
              <a:ext cx="12167870" cy="951230"/>
            </a:xfrm>
            <a:custGeom>
              <a:avLst/>
              <a:gdLst/>
              <a:ahLst/>
              <a:cxnLst/>
              <a:rect l="l" t="t" r="r" b="b"/>
              <a:pathLst>
                <a:path w="12167869" h="951229">
                  <a:moveTo>
                    <a:pt x="12167743" y="950976"/>
                  </a:moveTo>
                  <a:lnTo>
                    <a:pt x="0" y="950976"/>
                  </a:lnTo>
                  <a:lnTo>
                    <a:pt x="0" y="0"/>
                  </a:lnTo>
                  <a:lnTo>
                    <a:pt x="12167743" y="0"/>
                  </a:lnTo>
                  <a:lnTo>
                    <a:pt x="12167743" y="950976"/>
                  </a:lnTo>
                  <a:close/>
                </a:path>
              </a:pathLst>
            </a:custGeom>
            <a:solidFill>
              <a:srgbClr val="D6EC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99908" y="8577631"/>
              <a:ext cx="469915" cy="20931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93372" y="8574155"/>
              <a:ext cx="1547369" cy="22998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96134" y="8574155"/>
              <a:ext cx="1705589" cy="42355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08869" y="8574096"/>
              <a:ext cx="2598058" cy="23063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780572" y="8561607"/>
              <a:ext cx="504671" cy="19476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341949" y="8574155"/>
              <a:ext cx="370938" cy="18221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776572" y="8561607"/>
              <a:ext cx="1964160" cy="24076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83100" y="6502400"/>
              <a:ext cx="6515100" cy="17780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73600" y="6667500"/>
              <a:ext cx="6146800" cy="13970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041900" y="1737823"/>
            <a:ext cx="3124200" cy="283210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SELECT</a:t>
            </a:r>
            <a:r>
              <a:rPr sz="1900" spc="-34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D6ECE9"/>
                </a:solidFill>
                <a:latin typeface="Lucida Sans Unicode"/>
                <a:cs typeface="Lucida Sans Unicode"/>
              </a:rPr>
              <a:t>d.name,</a:t>
            </a:r>
            <a:endParaRPr sz="1900" dirty="0">
              <a:latin typeface="Lucida Sans Unicode"/>
              <a:cs typeface="Lucida Sans Unicode"/>
            </a:endParaRPr>
          </a:p>
          <a:p>
            <a:pPr marL="368300">
              <a:lnSpc>
                <a:spcPct val="100000"/>
              </a:lnSpc>
              <a:spcBef>
                <a:spcPts val="520"/>
              </a:spcBef>
            </a:pPr>
            <a:r>
              <a:rPr sz="1900" spc="-85" dirty="0">
                <a:solidFill>
                  <a:srgbClr val="D6ECE9"/>
                </a:solidFill>
                <a:latin typeface="Lucida Sans Unicode"/>
                <a:cs typeface="Lucida Sans Unicode"/>
              </a:rPr>
              <a:t>COUNT(*)</a:t>
            </a:r>
            <a:r>
              <a:rPr sz="1900" spc="-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dirty="0">
                <a:solidFill>
                  <a:srgbClr val="D6ECE9"/>
                </a:solidFill>
                <a:latin typeface="Lucida Sans Unicode"/>
                <a:cs typeface="Lucida Sans Unicode"/>
              </a:rPr>
              <a:t>AS</a:t>
            </a:r>
            <a:r>
              <a:rPr sz="1900" spc="-27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25" dirty="0">
                <a:solidFill>
                  <a:srgbClr val="D6ECE9"/>
                </a:solidFill>
                <a:latin typeface="Lucida Sans Unicode"/>
                <a:cs typeface="Lucida Sans Unicode"/>
              </a:rPr>
              <a:t>total_movies</a:t>
            </a:r>
            <a:endParaRPr sz="19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900" spc="-65" dirty="0">
                <a:solidFill>
                  <a:srgbClr val="D6ECE9"/>
                </a:solidFill>
                <a:latin typeface="Lucida Sans Unicode"/>
                <a:cs typeface="Lucida Sans Unicode"/>
              </a:rPr>
              <a:t>FROM</a:t>
            </a:r>
            <a:r>
              <a:rPr sz="1900" spc="-204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35" dirty="0">
                <a:solidFill>
                  <a:srgbClr val="D6ECE9"/>
                </a:solidFill>
                <a:latin typeface="Lucida Sans Unicode"/>
                <a:cs typeface="Lucida Sans Unicode"/>
              </a:rPr>
              <a:t>directors</a:t>
            </a:r>
            <a:r>
              <a:rPr sz="1900" spc="-25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50" dirty="0">
                <a:solidFill>
                  <a:srgbClr val="D6ECE9"/>
                </a:solidFill>
                <a:latin typeface="Lucida Sans Unicode"/>
                <a:cs typeface="Lucida Sans Unicode"/>
              </a:rPr>
              <a:t>d</a:t>
            </a:r>
            <a:endParaRPr sz="19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900" spc="-55" dirty="0">
                <a:solidFill>
                  <a:srgbClr val="D6ECE9"/>
                </a:solidFill>
                <a:latin typeface="Lucida Sans Unicode"/>
                <a:cs typeface="Lucida Sans Unicode"/>
              </a:rPr>
              <a:t>JOIN</a:t>
            </a:r>
            <a:r>
              <a:rPr sz="1900" spc="-12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50" dirty="0">
                <a:solidFill>
                  <a:srgbClr val="D6ECE9"/>
                </a:solidFill>
                <a:latin typeface="Lucida Sans Unicode"/>
                <a:cs typeface="Lucida Sans Unicode"/>
              </a:rPr>
              <a:t>movies</a:t>
            </a:r>
            <a:r>
              <a:rPr sz="1900" spc="-16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50" dirty="0">
                <a:solidFill>
                  <a:srgbClr val="D6ECE9"/>
                </a:solidFill>
                <a:latin typeface="Lucida Sans Unicode"/>
                <a:cs typeface="Lucida Sans Unicode"/>
              </a:rPr>
              <a:t>m</a:t>
            </a:r>
            <a:endParaRPr sz="1900" dirty="0">
              <a:latin typeface="Lucida Sans Unicode"/>
              <a:cs typeface="Lucida Sans Unicode"/>
            </a:endParaRPr>
          </a:p>
          <a:p>
            <a:pPr marL="12700" indent="101600">
              <a:lnSpc>
                <a:spcPct val="100000"/>
              </a:lnSpc>
              <a:spcBef>
                <a:spcPts val="420"/>
              </a:spcBef>
            </a:pPr>
            <a:r>
              <a:rPr sz="1900" spc="-175" dirty="0">
                <a:solidFill>
                  <a:srgbClr val="D6ECE9"/>
                </a:solidFill>
                <a:latin typeface="Lucida Sans Unicode"/>
                <a:cs typeface="Lucida Sans Unicode"/>
              </a:rPr>
              <a:t>ON</a:t>
            </a:r>
            <a:r>
              <a:rPr sz="1900" spc="-15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00" dirty="0">
                <a:solidFill>
                  <a:srgbClr val="D6ECE9"/>
                </a:solidFill>
                <a:latin typeface="Lucida Sans Unicode"/>
                <a:cs typeface="Lucida Sans Unicode"/>
              </a:rPr>
              <a:t>d.id</a:t>
            </a:r>
            <a:r>
              <a:rPr sz="1900" spc="-204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850" spc="-400" dirty="0">
                <a:solidFill>
                  <a:srgbClr val="D6ECE9"/>
                </a:solidFill>
                <a:latin typeface="Lucida Sans Unicode"/>
                <a:cs typeface="Lucida Sans Unicode"/>
              </a:rPr>
              <a:t>=</a:t>
            </a:r>
            <a:r>
              <a:rPr sz="1850" spc="-15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80" dirty="0">
                <a:solidFill>
                  <a:srgbClr val="D6ECE9"/>
                </a:solidFill>
                <a:latin typeface="Lucida Sans Unicode"/>
                <a:cs typeface="Lucida Sans Unicode"/>
              </a:rPr>
              <a:t>m.director_id</a:t>
            </a:r>
            <a:endParaRPr sz="1900" dirty="0">
              <a:latin typeface="Lucida Sans Unicode"/>
              <a:cs typeface="Lucida Sans Unicode"/>
            </a:endParaRPr>
          </a:p>
          <a:p>
            <a:pPr marL="12700" marR="39370">
              <a:lnSpc>
                <a:spcPct val="120600"/>
              </a:lnSpc>
              <a:spcBef>
                <a:spcPts val="50"/>
              </a:spcBef>
            </a:pPr>
            <a:r>
              <a:rPr sz="1900" spc="-65" dirty="0">
                <a:solidFill>
                  <a:srgbClr val="D6ECE9"/>
                </a:solidFill>
                <a:latin typeface="Lucida Sans Unicode"/>
                <a:cs typeface="Lucida Sans Unicode"/>
              </a:rPr>
              <a:t>GROUP</a:t>
            </a:r>
            <a:r>
              <a:rPr sz="1900" spc="-13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10" dirty="0">
                <a:solidFill>
                  <a:srgbClr val="D6ECE9"/>
                </a:solidFill>
                <a:latin typeface="Lucida Sans Unicode"/>
                <a:cs typeface="Lucida Sans Unicode"/>
              </a:rPr>
              <a:t>BY</a:t>
            </a:r>
            <a:r>
              <a:rPr lang="en-US" sz="1900" spc="-11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10" dirty="0">
                <a:solidFill>
                  <a:srgbClr val="D6ECE9"/>
                </a:solidFill>
                <a:latin typeface="Lucida Sans Unicode"/>
                <a:cs typeface="Lucida Sans Unicode"/>
              </a:rPr>
              <a:t>d.id,</a:t>
            </a:r>
            <a:r>
              <a:rPr sz="1900" spc="-4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D6ECE9"/>
                </a:solidFill>
                <a:latin typeface="Lucida Sans Unicode"/>
                <a:cs typeface="Lucida Sans Unicode"/>
              </a:rPr>
              <a:t>d.name </a:t>
            </a:r>
            <a:r>
              <a:rPr sz="1900" spc="-85" dirty="0">
                <a:solidFill>
                  <a:srgbClr val="D6ECE9"/>
                </a:solidFill>
                <a:latin typeface="Lucida Sans Unicode"/>
                <a:cs typeface="Lucida Sans Unicode"/>
              </a:rPr>
              <a:t>ORDER</a:t>
            </a:r>
            <a:r>
              <a:rPr sz="1900" spc="-21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95" dirty="0">
                <a:solidFill>
                  <a:srgbClr val="D6ECE9"/>
                </a:solidFill>
                <a:latin typeface="Lucida Sans Unicode"/>
                <a:cs typeface="Lucida Sans Unicode"/>
              </a:rPr>
              <a:t>BY</a:t>
            </a:r>
            <a:r>
              <a:rPr lang="en-US" sz="1900" spc="-9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95" dirty="0">
                <a:solidFill>
                  <a:srgbClr val="D6ECE9"/>
                </a:solidFill>
                <a:latin typeface="Lucida Sans Unicode"/>
                <a:cs typeface="Lucida Sans Unicode"/>
              </a:rPr>
              <a:t>total_movies</a:t>
            </a:r>
            <a:r>
              <a:rPr sz="1900" spc="-23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DESC </a:t>
            </a:r>
            <a:r>
              <a:rPr sz="1900" spc="-110" dirty="0">
                <a:solidFill>
                  <a:srgbClr val="D6ECE9"/>
                </a:solidFill>
                <a:latin typeface="Lucida Sans Unicode"/>
                <a:cs typeface="Lucida Sans Unicode"/>
              </a:rPr>
              <a:t>LIMIT</a:t>
            </a:r>
            <a:r>
              <a:rPr sz="1900" spc="-24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850" spc="-385" dirty="0">
                <a:solidFill>
                  <a:srgbClr val="D6ECE9"/>
                </a:solidFill>
                <a:latin typeface="Lucida Sans Unicode"/>
                <a:cs typeface="Lucida Sans Unicode"/>
              </a:rPr>
              <a:t>1</a:t>
            </a:r>
            <a:r>
              <a:rPr sz="1900" spc="-385" dirty="0">
                <a:solidFill>
                  <a:srgbClr val="D6ECE9"/>
                </a:solidFill>
                <a:latin typeface="Lucida Sans Unicode"/>
                <a:cs typeface="Lucida Sans Unicode"/>
              </a:rPr>
              <a:t>;</a:t>
            </a:r>
            <a:endParaRPr sz="1900" dirty="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spc="-434" dirty="0"/>
              <a:t>14</a:t>
            </a:fld>
            <a:endParaRPr spc="-434" dirty="0"/>
          </a:p>
        </p:txBody>
      </p:sp>
      <p:sp>
        <p:nvSpPr>
          <p:cNvPr id="24" name="object 24"/>
          <p:cNvSpPr txBox="1"/>
          <p:nvPr/>
        </p:nvSpPr>
        <p:spPr>
          <a:xfrm>
            <a:off x="11137900" y="1527651"/>
            <a:ext cx="1879600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40" dirty="0">
                <a:solidFill>
                  <a:srgbClr val="C26F3C"/>
                </a:solidFill>
                <a:latin typeface="Arial"/>
                <a:cs typeface="Arial"/>
              </a:rPr>
              <a:t>H</a:t>
            </a:r>
            <a:r>
              <a:rPr sz="1550" b="1" spc="-13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45" dirty="0">
                <a:solidFill>
                  <a:srgbClr val="C26F3C"/>
                </a:solidFill>
                <a:latin typeface="Arial"/>
                <a:cs typeface="Arial"/>
              </a:rPr>
              <a:t>O</a:t>
            </a:r>
            <a:r>
              <a:rPr sz="1550" b="1" spc="-204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290" dirty="0">
                <a:solidFill>
                  <a:srgbClr val="C26F3C"/>
                </a:solidFill>
                <a:latin typeface="Arial"/>
                <a:cs typeface="Arial"/>
              </a:rPr>
              <a:t>W</a:t>
            </a:r>
            <a:r>
              <a:rPr sz="1550" b="1" spc="31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90" dirty="0">
                <a:solidFill>
                  <a:srgbClr val="C26F3C"/>
                </a:solidFill>
                <a:latin typeface="Arial"/>
                <a:cs typeface="Arial"/>
              </a:rPr>
              <a:t>I</a:t>
            </a:r>
            <a:r>
              <a:rPr sz="1550" b="1" spc="-17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55" dirty="0">
                <a:solidFill>
                  <a:srgbClr val="C26F3C"/>
                </a:solidFill>
                <a:latin typeface="Arial"/>
                <a:cs typeface="Arial"/>
              </a:rPr>
              <a:t>T</a:t>
            </a:r>
            <a:r>
              <a:rPr sz="1550" b="1" spc="47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145" dirty="0">
                <a:solidFill>
                  <a:srgbClr val="C26F3C"/>
                </a:solidFill>
                <a:latin typeface="Arial"/>
                <a:cs typeface="Arial"/>
              </a:rPr>
              <a:t>WO</a:t>
            </a:r>
            <a:r>
              <a:rPr sz="1550" b="1" spc="-21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35" dirty="0">
                <a:solidFill>
                  <a:srgbClr val="C26F3C"/>
                </a:solidFill>
                <a:latin typeface="Arial"/>
                <a:cs typeface="Arial"/>
              </a:rPr>
              <a:t>KS</a:t>
            </a:r>
            <a:endParaRPr sz="15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137900" y="1890814"/>
            <a:ext cx="4705985" cy="1851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54000" marR="245745" indent="-241300">
              <a:lnSpc>
                <a:spcPts val="2000"/>
              </a:lnSpc>
              <a:spcBef>
                <a:spcPts val="310"/>
              </a:spcBef>
              <a:buChar char="•"/>
              <a:tabLst>
                <a:tab pos="254000" algn="l"/>
              </a:tabLst>
            </a:pPr>
            <a:r>
              <a:rPr sz="1800" spc="-40" dirty="0">
                <a:solidFill>
                  <a:srgbClr val="202F2E"/>
                </a:solidFill>
                <a:latin typeface="Lucida Sans Unicode"/>
                <a:cs typeface="Lucida Sans Unicode"/>
              </a:rPr>
              <a:t>JOIN</a:t>
            </a:r>
            <a:r>
              <a:rPr sz="1800" spc="-12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10" dirty="0">
                <a:solidFill>
                  <a:srgbClr val="202F2E"/>
                </a:solidFill>
                <a:latin typeface="Lucida Sans Unicode"/>
                <a:cs typeface="Lucida Sans Unicode"/>
              </a:rPr>
              <a:t>attaches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70" dirty="0">
                <a:solidFill>
                  <a:srgbClr val="202F2E"/>
                </a:solidFill>
                <a:latin typeface="Lucida Sans Unicode"/>
                <a:cs typeface="Lucida Sans Unicode"/>
              </a:rPr>
              <a:t>every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movie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5" dirty="0">
                <a:solidFill>
                  <a:srgbClr val="202F2E"/>
                </a:solidFill>
                <a:latin typeface="Lucida Sans Unicode"/>
                <a:cs typeface="Lucida Sans Unicode"/>
              </a:rPr>
              <a:t>to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 its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20" dirty="0">
                <a:solidFill>
                  <a:srgbClr val="202F2E"/>
                </a:solidFill>
                <a:latin typeface="Lucida Sans Unicode"/>
                <a:cs typeface="Lucida Sans Unicode"/>
              </a:rPr>
              <a:t>director,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same</a:t>
            </a:r>
            <a:r>
              <a:rPr sz="1800" spc="-2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95" dirty="0">
                <a:solidFill>
                  <a:srgbClr val="202F2E"/>
                </a:solidFill>
                <a:latin typeface="Lucida Sans Unicode"/>
                <a:cs typeface="Lucida Sans Unicode"/>
              </a:rPr>
              <a:t>as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Query</a:t>
            </a:r>
            <a:r>
              <a:rPr sz="1800" spc="-2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202F2E"/>
                </a:solidFill>
                <a:latin typeface="Lucida Sans Unicode"/>
                <a:cs typeface="Lucida Sans Unicode"/>
              </a:rPr>
              <a:t>K.</a:t>
            </a:r>
            <a:endParaRPr sz="1800">
              <a:latin typeface="Lucida Sans Unicode"/>
              <a:cs typeface="Lucida Sans Unicode"/>
            </a:endParaRPr>
          </a:p>
          <a:p>
            <a:pPr marL="254000" marR="5080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spc="-45" dirty="0">
                <a:solidFill>
                  <a:srgbClr val="202F2E"/>
                </a:solidFill>
                <a:latin typeface="Lucida Sans Unicode"/>
                <a:cs typeface="Lucida Sans Unicode"/>
              </a:rPr>
              <a:t>GROUP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BYd.id,</a:t>
            </a:r>
            <a:r>
              <a:rPr sz="1800" spc="-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d.name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0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0" dirty="0">
                <a:solidFill>
                  <a:srgbClr val="202F2E"/>
                </a:solidFill>
                <a:latin typeface="Lucida Sans Unicode"/>
                <a:cs typeface="Lucida Sans Unicode"/>
              </a:rPr>
              <a:t>buckets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70" dirty="0">
                <a:solidFill>
                  <a:srgbClr val="202F2E"/>
                </a:solidFill>
                <a:latin typeface="Lucida Sans Unicode"/>
                <a:cs typeface="Lucida Sans Unicode"/>
              </a:rPr>
              <a:t>all</a:t>
            </a:r>
            <a:r>
              <a:rPr sz="1800" spc="-1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rows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202F2E"/>
                </a:solidFill>
                <a:latin typeface="Lucida Sans Unicode"/>
                <a:cs typeface="Lucida Sans Unicode"/>
              </a:rPr>
              <a:t>by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director</a:t>
            </a:r>
            <a:r>
              <a:rPr sz="1800" spc="-14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before</a:t>
            </a:r>
            <a:r>
              <a:rPr sz="1800" spc="-16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40" dirty="0">
                <a:solidFill>
                  <a:srgbClr val="202F2E"/>
                </a:solidFill>
                <a:latin typeface="Lucida Sans Unicode"/>
                <a:cs typeface="Lucida Sans Unicode"/>
              </a:rPr>
              <a:t>counting.</a:t>
            </a:r>
            <a:endParaRPr sz="1800">
              <a:latin typeface="Lucida Sans Unicode"/>
              <a:cs typeface="Lucida Sans Unicode"/>
            </a:endParaRPr>
          </a:p>
          <a:p>
            <a:pPr marL="254635" indent="-241935">
              <a:lnSpc>
                <a:spcPts val="2080"/>
              </a:lnSpc>
              <a:spcBef>
                <a:spcPts val="900"/>
              </a:spcBef>
              <a:buChar char="•"/>
              <a:tabLst>
                <a:tab pos="254635" algn="l"/>
              </a:tabLst>
            </a:pPr>
            <a:r>
              <a:rPr sz="1800" spc="-55" dirty="0">
                <a:solidFill>
                  <a:srgbClr val="202F2E"/>
                </a:solidFill>
                <a:latin typeface="Lucida Sans Unicode"/>
                <a:cs typeface="Lucida Sans Unicode"/>
              </a:rPr>
              <a:t>COUNT(*)</a:t>
            </a:r>
            <a:r>
              <a:rPr sz="1800" spc="-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750" spc="-375" dirty="0">
                <a:solidFill>
                  <a:srgbClr val="202F2E"/>
                </a:solidFill>
                <a:latin typeface="Lucida Sans Unicode"/>
                <a:cs typeface="Lucida Sans Unicode"/>
              </a:rPr>
              <a:t>+</a:t>
            </a:r>
            <a:r>
              <a:rPr sz="1750" spc="-5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70" dirty="0">
                <a:solidFill>
                  <a:srgbClr val="202F2E"/>
                </a:solidFill>
                <a:latin typeface="Lucida Sans Unicode"/>
                <a:cs typeface="Lucida Sans Unicode"/>
              </a:rPr>
              <a:t>ORDER</a:t>
            </a:r>
            <a:r>
              <a:rPr sz="1800" spc="-17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BY</a:t>
            </a:r>
            <a:r>
              <a:rPr sz="1800" spc="-25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...</a:t>
            </a:r>
            <a:r>
              <a:rPr sz="1800" spc="-1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LIMIT</a:t>
            </a:r>
            <a:r>
              <a:rPr sz="1800" spc="-15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750" spc="-570" dirty="0">
                <a:solidFill>
                  <a:srgbClr val="202F2E"/>
                </a:solidFill>
                <a:latin typeface="Lucida Sans Unicode"/>
                <a:cs typeface="Lucida Sans Unicode"/>
              </a:rPr>
              <a:t>1</a:t>
            </a:r>
            <a:r>
              <a:rPr sz="1750" spc="-8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1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02F2E"/>
                </a:solidFill>
                <a:latin typeface="Lucida Sans Unicode"/>
                <a:cs typeface="Lucida Sans Unicode"/>
              </a:rPr>
              <a:t>counts</a:t>
            </a:r>
            <a:endParaRPr sz="1800">
              <a:latin typeface="Lucida Sans Unicode"/>
              <a:cs typeface="Lucida Sans Unicode"/>
            </a:endParaRPr>
          </a:p>
          <a:p>
            <a:pPr marL="254000">
              <a:lnSpc>
                <a:spcPts val="2080"/>
              </a:lnSpc>
            </a:pPr>
            <a:r>
              <a:rPr sz="1800" spc="-120" dirty="0">
                <a:solidFill>
                  <a:srgbClr val="202F2E"/>
                </a:solidFill>
                <a:latin typeface="Lucida Sans Unicode"/>
                <a:cs typeface="Lucida Sans Unicode"/>
              </a:rPr>
              <a:t>each</a:t>
            </a:r>
            <a:r>
              <a:rPr sz="1800" spc="-17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5" dirty="0">
                <a:solidFill>
                  <a:srgbClr val="202F2E"/>
                </a:solidFill>
                <a:latin typeface="Lucida Sans Unicode"/>
                <a:cs typeface="Lucida Sans Unicode"/>
              </a:rPr>
              <a:t>bucket,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keeps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the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202F2E"/>
                </a:solidFill>
                <a:latin typeface="Lucida Sans Unicode"/>
                <a:cs typeface="Lucida Sans Unicode"/>
              </a:rPr>
              <a:t>highest.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73600" y="6213951"/>
            <a:ext cx="3746500" cy="13881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110" dirty="0">
                <a:solidFill>
                  <a:srgbClr val="C26F3C"/>
                </a:solidFill>
                <a:latin typeface="Arial"/>
                <a:cs typeface="Arial"/>
              </a:rPr>
              <a:t>E</a:t>
            </a:r>
            <a:r>
              <a:rPr sz="1550" b="1" spc="-16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C26F3C"/>
                </a:solidFill>
                <a:latin typeface="Arial"/>
                <a:cs typeface="Arial"/>
              </a:rPr>
              <a:t>S</a:t>
            </a:r>
            <a:r>
              <a:rPr sz="1550" b="1" spc="-22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30" dirty="0">
                <a:solidFill>
                  <a:srgbClr val="C26F3C"/>
                </a:solidFill>
                <a:latin typeface="Arial"/>
                <a:cs typeface="Arial"/>
              </a:rPr>
              <a:t>U</a:t>
            </a:r>
            <a:r>
              <a:rPr sz="1550" b="1" spc="-14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70" dirty="0">
                <a:solidFill>
                  <a:srgbClr val="C26F3C"/>
                </a:solidFill>
                <a:latin typeface="Arial"/>
                <a:cs typeface="Arial"/>
              </a:rPr>
              <a:t>LT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15"/>
              </a:spcBef>
            </a:pPr>
            <a:endParaRPr sz="150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</a:pPr>
            <a:r>
              <a:rPr sz="2400" b="1" spc="-200" dirty="0">
                <a:solidFill>
                  <a:srgbClr val="0A3C41"/>
                </a:solidFill>
                <a:latin typeface="Verdana"/>
                <a:cs typeface="Verdana"/>
              </a:rPr>
              <a:t>G</a:t>
            </a:r>
            <a:r>
              <a:rPr sz="2450" b="1" spc="-200" dirty="0">
                <a:solidFill>
                  <a:srgbClr val="0A3C41"/>
                </a:solidFill>
                <a:latin typeface="Arial"/>
                <a:cs typeface="Arial"/>
              </a:rPr>
              <a:t>or</a:t>
            </a:r>
            <a:r>
              <a:rPr sz="2400" b="1" spc="-200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2400" b="1" spc="-450" dirty="0">
                <a:solidFill>
                  <a:srgbClr val="0A3C41"/>
                </a:solidFill>
                <a:latin typeface="Verdana"/>
                <a:cs typeface="Verdana"/>
              </a:rPr>
              <a:t> </a:t>
            </a:r>
            <a:r>
              <a:rPr sz="2400" b="1" spc="-80" dirty="0">
                <a:solidFill>
                  <a:srgbClr val="0A3C41"/>
                </a:solidFill>
                <a:latin typeface="Verdana"/>
                <a:cs typeface="Verdana"/>
              </a:rPr>
              <a:t>Ve</a:t>
            </a:r>
            <a:r>
              <a:rPr sz="2450" b="1" spc="-80" dirty="0">
                <a:solidFill>
                  <a:srgbClr val="0A3C41"/>
                </a:solidFill>
                <a:latin typeface="Arial"/>
                <a:cs typeface="Arial"/>
              </a:rPr>
              <a:t>r</a:t>
            </a:r>
            <a:r>
              <a:rPr sz="2400" b="1" spc="-80" dirty="0">
                <a:solidFill>
                  <a:srgbClr val="0A3C41"/>
                </a:solidFill>
                <a:latin typeface="Verdana"/>
                <a:cs typeface="Verdana"/>
              </a:rPr>
              <a:t>b</a:t>
            </a:r>
            <a:r>
              <a:rPr sz="2450" b="1" spc="-80" dirty="0">
                <a:solidFill>
                  <a:srgbClr val="0A3C41"/>
                </a:solidFill>
                <a:latin typeface="Arial"/>
                <a:cs typeface="Arial"/>
              </a:rPr>
              <a:t>inski</a:t>
            </a:r>
            <a:endParaRPr sz="24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509"/>
              </a:spcBef>
            </a:pPr>
            <a:r>
              <a:rPr sz="1650" spc="-120" dirty="0">
                <a:solidFill>
                  <a:srgbClr val="5C726F"/>
                </a:solidFill>
                <a:latin typeface="Lucida Sans Unicode"/>
                <a:cs typeface="Lucida Sans Unicode"/>
              </a:rPr>
              <a:t>3</a:t>
            </a:r>
            <a:r>
              <a:rPr sz="1650" spc="-24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05" dirty="0">
                <a:solidFill>
                  <a:srgbClr val="5C726F"/>
                </a:solidFill>
                <a:latin typeface="Lucida Sans Unicode"/>
                <a:cs typeface="Lucida Sans Unicode"/>
              </a:rPr>
              <a:t>movies</a:t>
            </a:r>
            <a:r>
              <a:rPr sz="1650" spc="-10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800" spc="-80" dirty="0">
                <a:solidFill>
                  <a:srgbClr val="5C726F"/>
                </a:solidFill>
                <a:latin typeface="Lucida Sans Unicode"/>
                <a:cs typeface="Lucida Sans Unicode"/>
              </a:rPr>
              <a:t>—</a:t>
            </a:r>
            <a:r>
              <a:rPr sz="1800" spc="-40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25" dirty="0">
                <a:solidFill>
                  <a:srgbClr val="5C726F"/>
                </a:solidFill>
                <a:latin typeface="Lucida Sans Unicode"/>
                <a:cs typeface="Lucida Sans Unicode"/>
              </a:rPr>
              <a:t>tied</a:t>
            </a:r>
            <a:r>
              <a:rPr sz="1650" spc="-21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14" dirty="0">
                <a:solidFill>
                  <a:srgbClr val="5C726F"/>
                </a:solidFill>
                <a:latin typeface="Lucida Sans Unicode"/>
                <a:cs typeface="Lucida Sans Unicode"/>
              </a:rPr>
              <a:t>with</a:t>
            </a:r>
            <a:r>
              <a:rPr sz="1650" spc="-18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65" dirty="0">
                <a:solidFill>
                  <a:srgbClr val="5C726F"/>
                </a:solidFill>
                <a:latin typeface="Lucida Sans Unicode"/>
                <a:cs typeface="Lucida Sans Unicode"/>
              </a:rPr>
              <a:t>2</a:t>
            </a:r>
            <a:r>
              <a:rPr sz="1650" spc="-90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20" dirty="0">
                <a:solidFill>
                  <a:srgbClr val="5C726F"/>
                </a:solidFill>
                <a:latin typeface="Lucida Sans Unicode"/>
                <a:cs typeface="Lucida Sans Unicode"/>
              </a:rPr>
              <a:t>other</a:t>
            </a:r>
            <a:r>
              <a:rPr sz="1650" spc="-9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85" dirty="0">
                <a:solidFill>
                  <a:srgbClr val="5C726F"/>
                </a:solidFill>
                <a:latin typeface="Lucida Sans Unicode"/>
                <a:cs typeface="Lucida Sans Unicode"/>
              </a:rPr>
              <a:t>directors</a:t>
            </a:r>
            <a:endParaRPr sz="1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9" y="731531"/>
            <a:ext cx="756285" cy="756285"/>
          </a:xfrm>
          <a:prstGeom prst="rect">
            <a:avLst/>
          </a:prstGeom>
          <a:solidFill>
            <a:srgbClr val="C26F3C"/>
          </a:solidFill>
        </p:spPr>
        <p:txBody>
          <a:bodyPr vert="horz" wrap="square" lIns="0" tIns="100330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790"/>
              </a:spcBef>
            </a:pPr>
            <a:r>
              <a:rPr sz="3350" b="1" spc="254" dirty="0">
                <a:solidFill>
                  <a:srgbClr val="072529"/>
                </a:solidFill>
                <a:latin typeface="Arial"/>
                <a:cs typeface="Arial"/>
              </a:rPr>
              <a:t>M</a:t>
            </a:r>
            <a:endParaRPr sz="33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6900" y="1856130"/>
            <a:ext cx="1913255" cy="5238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939"/>
              </a:lnSpc>
              <a:spcBef>
                <a:spcPts val="135"/>
              </a:spcBef>
            </a:pPr>
            <a:r>
              <a:rPr sz="1650" b="1" spc="55" dirty="0">
                <a:solidFill>
                  <a:srgbClr val="DFA06A"/>
                </a:solidFill>
                <a:latin typeface="Arial"/>
                <a:cs typeface="Arial"/>
              </a:rPr>
              <a:t>JOI</a:t>
            </a:r>
            <a:r>
              <a:rPr sz="1650" b="1" spc="-229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45" dirty="0">
                <a:solidFill>
                  <a:srgbClr val="DFA06A"/>
                </a:solidFill>
                <a:latin typeface="Arial"/>
                <a:cs typeface="Arial"/>
              </a:rPr>
              <a:t>N</a:t>
            </a:r>
            <a:r>
              <a:rPr sz="1650" b="1" spc="-21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DFA06A"/>
                </a:solidFill>
                <a:latin typeface="Arial"/>
                <a:cs typeface="Arial"/>
              </a:rPr>
              <a:t>S</a:t>
            </a:r>
            <a:r>
              <a:rPr sz="1650" b="1" spc="16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spc="-50" dirty="0">
                <a:solidFill>
                  <a:srgbClr val="DFA06A"/>
                </a:solidFill>
                <a:latin typeface="Arial Black"/>
                <a:cs typeface="Arial Black"/>
              </a:rPr>
              <a:t>&amp;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ts val="1939"/>
              </a:lnSpc>
            </a:pPr>
            <a:r>
              <a:rPr sz="1650" b="1" spc="80" dirty="0">
                <a:solidFill>
                  <a:srgbClr val="DFA06A"/>
                </a:solidFill>
                <a:latin typeface="Arial"/>
                <a:cs typeface="Arial"/>
              </a:rPr>
              <a:t>RELATI</a:t>
            </a:r>
            <a:r>
              <a:rPr sz="1650" b="1" spc="-22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70" dirty="0">
                <a:solidFill>
                  <a:srgbClr val="DFA06A"/>
                </a:solidFill>
                <a:latin typeface="Arial"/>
                <a:cs typeface="Arial"/>
              </a:rPr>
              <a:t>ONSH</a:t>
            </a:r>
            <a:r>
              <a:rPr sz="1650" b="1" spc="-229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105" dirty="0">
                <a:solidFill>
                  <a:srgbClr val="DFA06A"/>
                </a:solidFill>
                <a:latin typeface="Arial"/>
                <a:cs typeface="Arial"/>
              </a:rPr>
              <a:t>I</a:t>
            </a:r>
            <a:r>
              <a:rPr sz="1650" b="1" spc="-22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25" dirty="0">
                <a:solidFill>
                  <a:srgbClr val="DFA06A"/>
                </a:solidFill>
                <a:latin typeface="Arial"/>
                <a:cs typeface="Arial"/>
              </a:rPr>
              <a:t>PS</a:t>
            </a:r>
            <a:endParaRPr sz="16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6900" y="2418974"/>
            <a:ext cx="2721610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810"/>
              </a:lnSpc>
              <a:spcBef>
                <a:spcPts val="100"/>
              </a:spcBef>
            </a:pPr>
            <a:r>
              <a:rPr sz="3250" b="1" spc="-125" dirty="0">
                <a:solidFill>
                  <a:srgbClr val="FAFAF6"/>
                </a:solidFill>
                <a:latin typeface="Arial"/>
                <a:cs typeface="Arial"/>
              </a:rPr>
              <a:t>M</a:t>
            </a:r>
            <a:r>
              <a:rPr sz="3350" b="1" spc="-125" dirty="0">
                <a:solidFill>
                  <a:srgbClr val="FAFAF6"/>
                </a:solidFill>
                <a:latin typeface="Tahoma"/>
                <a:cs typeface="Tahoma"/>
              </a:rPr>
              <a:t>ost</a:t>
            </a:r>
            <a:r>
              <a:rPr sz="3350" b="1" spc="-405" dirty="0">
                <a:solidFill>
                  <a:srgbClr val="FAFAF6"/>
                </a:solidFill>
                <a:latin typeface="Tahoma"/>
                <a:cs typeface="Tahoma"/>
              </a:rPr>
              <a:t> </a:t>
            </a:r>
            <a:r>
              <a:rPr sz="3250" b="1" spc="-215" dirty="0">
                <a:solidFill>
                  <a:srgbClr val="FAFAF6"/>
                </a:solidFill>
                <a:latin typeface="Arial"/>
                <a:cs typeface="Arial"/>
              </a:rPr>
              <a:t>Ba</a:t>
            </a:r>
            <a:r>
              <a:rPr sz="3350" b="1" spc="-215" dirty="0">
                <a:solidFill>
                  <a:srgbClr val="FAFAF6"/>
                </a:solidFill>
                <a:latin typeface="Tahoma"/>
                <a:cs typeface="Tahoma"/>
              </a:rPr>
              <a:t>nk</a:t>
            </a:r>
            <a:r>
              <a:rPr sz="3250" b="1" spc="-215" dirty="0">
                <a:solidFill>
                  <a:srgbClr val="FAFAF6"/>
                </a:solidFill>
                <a:latin typeface="Arial"/>
                <a:cs typeface="Arial"/>
              </a:rPr>
              <a:t>ab</a:t>
            </a:r>
            <a:r>
              <a:rPr sz="3350" b="1" spc="-215" dirty="0">
                <a:solidFill>
                  <a:srgbClr val="FAFAF6"/>
                </a:solidFill>
                <a:latin typeface="Tahoma"/>
                <a:cs typeface="Tahoma"/>
              </a:rPr>
              <a:t>l</a:t>
            </a:r>
            <a:r>
              <a:rPr sz="3250" b="1" spc="-215" dirty="0">
                <a:solidFill>
                  <a:srgbClr val="FAFAF6"/>
                </a:solidFill>
                <a:latin typeface="Arial"/>
                <a:cs typeface="Arial"/>
              </a:rPr>
              <a:t>e</a:t>
            </a:r>
            <a:endParaRPr sz="3250">
              <a:latin typeface="Arial"/>
              <a:cs typeface="Arial"/>
            </a:endParaRPr>
          </a:p>
          <a:p>
            <a:pPr marL="12700">
              <a:lnSpc>
                <a:spcPts val="3810"/>
              </a:lnSpc>
            </a:pPr>
            <a:r>
              <a:rPr sz="3250" b="1" spc="-70" dirty="0">
                <a:solidFill>
                  <a:srgbClr val="FAFAF6"/>
                </a:solidFill>
                <a:latin typeface="Arial"/>
                <a:cs typeface="Arial"/>
              </a:rPr>
              <a:t>D</a:t>
            </a:r>
            <a:r>
              <a:rPr sz="3350" b="1" spc="-70" dirty="0">
                <a:solidFill>
                  <a:srgbClr val="FAFAF6"/>
                </a:solidFill>
                <a:latin typeface="Tahoma"/>
                <a:cs typeface="Tahoma"/>
              </a:rPr>
              <a:t>ir</a:t>
            </a:r>
            <a:r>
              <a:rPr sz="3250" b="1" spc="-70" dirty="0">
                <a:solidFill>
                  <a:srgbClr val="FAFAF6"/>
                </a:solidFill>
                <a:latin typeface="Arial"/>
                <a:cs typeface="Arial"/>
              </a:rPr>
              <a:t>ec</a:t>
            </a:r>
            <a:r>
              <a:rPr sz="3350" b="1" spc="-70" dirty="0">
                <a:solidFill>
                  <a:srgbClr val="FAFAF6"/>
                </a:solidFill>
                <a:latin typeface="Tahoma"/>
                <a:cs typeface="Tahoma"/>
              </a:rPr>
              <a:t>tor</a:t>
            </a:r>
            <a:endParaRPr sz="33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31720" y="1068455"/>
            <a:ext cx="1774167" cy="1822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9572" y="1068396"/>
            <a:ext cx="2082012" cy="18227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483100" y="1346200"/>
            <a:ext cx="6515100" cy="4940300"/>
            <a:chOff x="4483100" y="1346200"/>
            <a:chExt cx="6515100" cy="494030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3100" y="1346200"/>
              <a:ext cx="6515100" cy="4940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73600" y="1498600"/>
              <a:ext cx="6146800" cy="455930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99025" y="6502400"/>
            <a:ext cx="15653385" cy="2642235"/>
            <a:chOff x="599025" y="6502400"/>
            <a:chExt cx="15653385" cy="2642235"/>
          </a:xfrm>
        </p:grpSpPr>
        <p:sp>
          <p:nvSpPr>
            <p:cNvPr id="11" name="object 11"/>
            <p:cNvSpPr/>
            <p:nvPr/>
          </p:nvSpPr>
          <p:spPr>
            <a:xfrm>
              <a:off x="609609" y="7498194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800" y="0"/>
                  </a:moveTo>
                  <a:lnTo>
                    <a:pt x="255359" y="3989"/>
                  </a:lnTo>
                  <a:lnTo>
                    <a:pt x="208459" y="15538"/>
                  </a:lnTo>
                  <a:lnTo>
                    <a:pt x="164726" y="34021"/>
                  </a:lnTo>
                  <a:lnTo>
                    <a:pt x="124789" y="58808"/>
                  </a:lnTo>
                  <a:lnTo>
                    <a:pt x="89273" y="89273"/>
                  </a:lnTo>
                  <a:lnTo>
                    <a:pt x="58808" y="124789"/>
                  </a:lnTo>
                  <a:lnTo>
                    <a:pt x="34021" y="164726"/>
                  </a:lnTo>
                  <a:lnTo>
                    <a:pt x="15538" y="208459"/>
                  </a:lnTo>
                  <a:lnTo>
                    <a:pt x="3989" y="255359"/>
                  </a:lnTo>
                  <a:lnTo>
                    <a:pt x="0" y="304800"/>
                  </a:lnTo>
                  <a:lnTo>
                    <a:pt x="3989" y="354240"/>
                  </a:lnTo>
                  <a:lnTo>
                    <a:pt x="15538" y="401140"/>
                  </a:lnTo>
                  <a:lnTo>
                    <a:pt x="34021" y="444873"/>
                  </a:lnTo>
                  <a:lnTo>
                    <a:pt x="58808" y="484810"/>
                  </a:lnTo>
                  <a:lnTo>
                    <a:pt x="89273" y="520326"/>
                  </a:lnTo>
                  <a:lnTo>
                    <a:pt x="124789" y="550791"/>
                  </a:lnTo>
                  <a:lnTo>
                    <a:pt x="164726" y="575578"/>
                  </a:lnTo>
                  <a:lnTo>
                    <a:pt x="208459" y="594061"/>
                  </a:lnTo>
                  <a:lnTo>
                    <a:pt x="255359" y="605610"/>
                  </a:lnTo>
                  <a:lnTo>
                    <a:pt x="304800" y="609600"/>
                  </a:lnTo>
                  <a:lnTo>
                    <a:pt x="354240" y="605610"/>
                  </a:lnTo>
                  <a:lnTo>
                    <a:pt x="401140" y="594061"/>
                  </a:lnTo>
                  <a:lnTo>
                    <a:pt x="444873" y="575578"/>
                  </a:lnTo>
                  <a:lnTo>
                    <a:pt x="484810" y="550791"/>
                  </a:lnTo>
                  <a:lnTo>
                    <a:pt x="520326" y="520326"/>
                  </a:lnTo>
                  <a:lnTo>
                    <a:pt x="550791" y="484810"/>
                  </a:lnTo>
                  <a:lnTo>
                    <a:pt x="575578" y="444873"/>
                  </a:lnTo>
                  <a:lnTo>
                    <a:pt x="594061" y="401140"/>
                  </a:lnTo>
                  <a:lnTo>
                    <a:pt x="605610" y="354240"/>
                  </a:lnTo>
                  <a:lnTo>
                    <a:pt x="609600" y="304800"/>
                  </a:lnTo>
                  <a:lnTo>
                    <a:pt x="605610" y="255359"/>
                  </a:lnTo>
                  <a:lnTo>
                    <a:pt x="594061" y="208459"/>
                  </a:lnTo>
                  <a:lnTo>
                    <a:pt x="575578" y="164726"/>
                  </a:lnTo>
                  <a:lnTo>
                    <a:pt x="550791" y="124789"/>
                  </a:lnTo>
                  <a:lnTo>
                    <a:pt x="520326" y="89273"/>
                  </a:lnTo>
                  <a:lnTo>
                    <a:pt x="484810" y="58808"/>
                  </a:lnTo>
                  <a:lnTo>
                    <a:pt x="444873" y="34021"/>
                  </a:lnTo>
                  <a:lnTo>
                    <a:pt x="401140" y="15538"/>
                  </a:lnTo>
                  <a:lnTo>
                    <a:pt x="354240" y="3989"/>
                  </a:lnTo>
                  <a:lnTo>
                    <a:pt x="304800" y="0"/>
                  </a:lnTo>
                  <a:close/>
                </a:path>
              </a:pathLst>
            </a:custGeom>
            <a:ln w="21166">
              <a:solidFill>
                <a:srgbClr val="C26F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80179" y="7681076"/>
              <a:ext cx="317500" cy="317500"/>
            </a:xfrm>
            <a:custGeom>
              <a:avLst/>
              <a:gdLst/>
              <a:ahLst/>
              <a:cxnLst/>
              <a:rect l="l" t="t" r="r" b="b"/>
              <a:pathLst>
                <a:path w="317500" h="317500">
                  <a:moveTo>
                    <a:pt x="158496" y="316992"/>
                  </a:moveTo>
                  <a:lnTo>
                    <a:pt x="108399" y="308912"/>
                  </a:lnTo>
                  <a:lnTo>
                    <a:pt x="64890" y="286411"/>
                  </a:lnTo>
                  <a:lnTo>
                    <a:pt x="30580" y="252101"/>
                  </a:lnTo>
                  <a:lnTo>
                    <a:pt x="8080" y="208592"/>
                  </a:lnTo>
                  <a:lnTo>
                    <a:pt x="0" y="158495"/>
                  </a:lnTo>
                  <a:lnTo>
                    <a:pt x="8080" y="108398"/>
                  </a:lnTo>
                  <a:lnTo>
                    <a:pt x="30580" y="64890"/>
                  </a:lnTo>
                  <a:lnTo>
                    <a:pt x="64890" y="30580"/>
                  </a:lnTo>
                  <a:lnTo>
                    <a:pt x="108399" y="8080"/>
                  </a:lnTo>
                  <a:lnTo>
                    <a:pt x="158496" y="0"/>
                  </a:lnTo>
                  <a:lnTo>
                    <a:pt x="208593" y="8080"/>
                  </a:lnTo>
                  <a:lnTo>
                    <a:pt x="252101" y="30580"/>
                  </a:lnTo>
                  <a:lnTo>
                    <a:pt x="286411" y="64890"/>
                  </a:lnTo>
                  <a:lnTo>
                    <a:pt x="308911" y="108398"/>
                  </a:lnTo>
                  <a:lnTo>
                    <a:pt x="316991" y="158495"/>
                  </a:lnTo>
                  <a:lnTo>
                    <a:pt x="308911" y="208592"/>
                  </a:lnTo>
                  <a:lnTo>
                    <a:pt x="286411" y="252101"/>
                  </a:lnTo>
                  <a:lnTo>
                    <a:pt x="252101" y="286411"/>
                  </a:lnTo>
                  <a:lnTo>
                    <a:pt x="208593" y="308912"/>
                  </a:lnTo>
                  <a:lnTo>
                    <a:pt x="158496" y="316992"/>
                  </a:lnTo>
                  <a:close/>
                </a:path>
              </a:pathLst>
            </a:custGeom>
            <a:solidFill>
              <a:srgbClr val="C26F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084382" y="8193148"/>
              <a:ext cx="12167870" cy="951230"/>
            </a:xfrm>
            <a:custGeom>
              <a:avLst/>
              <a:gdLst/>
              <a:ahLst/>
              <a:cxnLst/>
              <a:rect l="l" t="t" r="r" b="b"/>
              <a:pathLst>
                <a:path w="12167869" h="951229">
                  <a:moveTo>
                    <a:pt x="12167743" y="950976"/>
                  </a:moveTo>
                  <a:lnTo>
                    <a:pt x="0" y="950976"/>
                  </a:lnTo>
                  <a:lnTo>
                    <a:pt x="0" y="0"/>
                  </a:lnTo>
                  <a:lnTo>
                    <a:pt x="12167743" y="0"/>
                  </a:lnTo>
                  <a:lnTo>
                    <a:pt x="12167743" y="950976"/>
                  </a:lnTo>
                  <a:close/>
                </a:path>
              </a:pathLst>
            </a:custGeom>
            <a:solidFill>
              <a:srgbClr val="D6EC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48796" y="8572447"/>
              <a:ext cx="3161845" cy="1839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03796" y="8576217"/>
              <a:ext cx="1112614" cy="42149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76172" y="8572447"/>
              <a:ext cx="4872460" cy="22993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696134" y="8865415"/>
              <a:ext cx="86360" cy="104775"/>
            </a:xfrm>
            <a:custGeom>
              <a:avLst/>
              <a:gdLst/>
              <a:ahLst/>
              <a:cxnLst/>
              <a:rect l="l" t="t" r="r" b="b"/>
              <a:pathLst>
                <a:path w="86360" h="104775">
                  <a:moveTo>
                    <a:pt x="39449" y="104195"/>
                  </a:moveTo>
                  <a:lnTo>
                    <a:pt x="32287" y="104195"/>
                  </a:lnTo>
                  <a:lnTo>
                    <a:pt x="22510" y="104195"/>
                  </a:lnTo>
                  <a:lnTo>
                    <a:pt x="14654" y="101921"/>
                  </a:lnTo>
                  <a:lnTo>
                    <a:pt x="2808" y="92803"/>
                  </a:lnTo>
                  <a:lnTo>
                    <a:pt x="0" y="86209"/>
                  </a:lnTo>
                  <a:lnTo>
                    <a:pt x="295" y="77592"/>
                  </a:lnTo>
                  <a:lnTo>
                    <a:pt x="14108" y="73806"/>
                  </a:lnTo>
                  <a:lnTo>
                    <a:pt x="13926" y="79581"/>
                  </a:lnTo>
                  <a:lnTo>
                    <a:pt x="15711" y="84140"/>
                  </a:lnTo>
                  <a:lnTo>
                    <a:pt x="23237" y="90802"/>
                  </a:lnTo>
                  <a:lnTo>
                    <a:pt x="28592" y="92462"/>
                  </a:lnTo>
                  <a:lnTo>
                    <a:pt x="40143" y="92462"/>
                  </a:lnTo>
                  <a:lnTo>
                    <a:pt x="63096" y="71998"/>
                  </a:lnTo>
                  <a:lnTo>
                    <a:pt x="63028" y="69599"/>
                  </a:lnTo>
                  <a:lnTo>
                    <a:pt x="24272" y="50443"/>
                  </a:lnTo>
                  <a:lnTo>
                    <a:pt x="19656" y="47317"/>
                  </a:lnTo>
                  <a:lnTo>
                    <a:pt x="14449" y="39290"/>
                  </a:lnTo>
                  <a:lnTo>
                    <a:pt x="13938" y="34106"/>
                  </a:lnTo>
                  <a:lnTo>
                    <a:pt x="16734" y="22919"/>
                  </a:lnTo>
                  <a:lnTo>
                    <a:pt x="49624" y="0"/>
                  </a:lnTo>
                  <a:lnTo>
                    <a:pt x="62926" y="0"/>
                  </a:lnTo>
                  <a:lnTo>
                    <a:pt x="86039" y="19952"/>
                  </a:lnTo>
                  <a:lnTo>
                    <a:pt x="85834" y="25613"/>
                  </a:lnTo>
                  <a:lnTo>
                    <a:pt x="73112" y="28854"/>
                  </a:lnTo>
                  <a:lnTo>
                    <a:pt x="73272" y="23851"/>
                  </a:lnTo>
                  <a:lnTo>
                    <a:pt x="71714" y="19690"/>
                  </a:lnTo>
                  <a:lnTo>
                    <a:pt x="65166" y="13028"/>
                  </a:lnTo>
                  <a:lnTo>
                    <a:pt x="60277" y="11357"/>
                  </a:lnTo>
                  <a:lnTo>
                    <a:pt x="49181" y="11357"/>
                  </a:lnTo>
                  <a:lnTo>
                    <a:pt x="27864" y="31070"/>
                  </a:lnTo>
                  <a:lnTo>
                    <a:pt x="28399" y="34208"/>
                  </a:lnTo>
                  <a:lnTo>
                    <a:pt x="32514" y="38960"/>
                  </a:lnTo>
                  <a:lnTo>
                    <a:pt x="36528" y="41155"/>
                  </a:lnTo>
                  <a:lnTo>
                    <a:pt x="63199" y="50216"/>
                  </a:lnTo>
                  <a:lnTo>
                    <a:pt x="67223" y="52057"/>
                  </a:lnTo>
                  <a:lnTo>
                    <a:pt x="73021" y="55923"/>
                  </a:lnTo>
                  <a:lnTo>
                    <a:pt x="75000" y="58503"/>
                  </a:lnTo>
                  <a:lnTo>
                    <a:pt x="77091" y="64961"/>
                  </a:lnTo>
                  <a:lnTo>
                    <a:pt x="76966" y="69145"/>
                  </a:lnTo>
                  <a:lnTo>
                    <a:pt x="46066" y="102910"/>
                  </a:lnTo>
                  <a:lnTo>
                    <a:pt x="39449" y="104195"/>
                  </a:lnTo>
                  <a:close/>
                </a:path>
              </a:pathLst>
            </a:custGeom>
            <a:solidFill>
              <a:srgbClr val="5C72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83100" y="6502400"/>
              <a:ext cx="6515100" cy="17780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73600" y="6667500"/>
              <a:ext cx="6146800" cy="13970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041900" y="1737823"/>
            <a:ext cx="3888104" cy="3794629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615"/>
              </a:spcBef>
            </a:pP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SELECT</a:t>
            </a:r>
            <a:r>
              <a:rPr sz="1900" spc="-34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40" dirty="0">
                <a:solidFill>
                  <a:srgbClr val="D6ECE9"/>
                </a:solidFill>
                <a:latin typeface="Lucida Sans Unicode"/>
                <a:cs typeface="Lucida Sans Unicode"/>
              </a:rPr>
              <a:t>d.name,</a:t>
            </a:r>
            <a:endParaRPr lang="en-US" sz="1900" dirty="0">
              <a:latin typeface="Lucida Sans Unicode"/>
              <a:cs typeface="Lucida Sans Unicode"/>
            </a:endParaRPr>
          </a:p>
          <a:p>
            <a:pPr marL="12700">
              <a:lnSpc>
                <a:spcPct val="150000"/>
              </a:lnSpc>
              <a:spcBef>
                <a:spcPts val="615"/>
              </a:spcBef>
            </a:pPr>
            <a:r>
              <a:rPr sz="1900" spc="-105" dirty="0">
                <a:solidFill>
                  <a:srgbClr val="D6ECE9"/>
                </a:solidFill>
                <a:latin typeface="Lucida Sans Unicode"/>
                <a:cs typeface="Lucida Sans Unicode"/>
              </a:rPr>
              <a:t>SUM(m.revenue)</a:t>
            </a:r>
            <a:r>
              <a:rPr sz="1900" spc="-4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5" dirty="0">
                <a:solidFill>
                  <a:srgbClr val="D6ECE9"/>
                </a:solidFill>
                <a:latin typeface="Lucida Sans Unicode"/>
                <a:cs typeface="Lucida Sans Unicode"/>
              </a:rPr>
              <a:t>AS</a:t>
            </a:r>
            <a:r>
              <a:rPr sz="1900" spc="-30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10" dirty="0">
                <a:solidFill>
                  <a:srgbClr val="D6ECE9"/>
                </a:solidFill>
                <a:latin typeface="Lucida Sans Unicode"/>
                <a:cs typeface="Lucida Sans Unicode"/>
              </a:rPr>
              <a:t>total_revenue</a:t>
            </a:r>
            <a:endParaRPr sz="1900" dirty="0">
              <a:latin typeface="Lucida Sans Unicode"/>
              <a:cs typeface="Lucida Sans Unicode"/>
            </a:endParaRPr>
          </a:p>
          <a:p>
            <a:pPr marL="12700">
              <a:lnSpc>
                <a:spcPct val="150000"/>
              </a:lnSpc>
              <a:spcBef>
                <a:spcPts val="420"/>
              </a:spcBef>
            </a:pPr>
            <a:r>
              <a:rPr sz="1900" spc="-65" dirty="0">
                <a:solidFill>
                  <a:srgbClr val="D6ECE9"/>
                </a:solidFill>
                <a:latin typeface="Lucida Sans Unicode"/>
                <a:cs typeface="Lucida Sans Unicode"/>
              </a:rPr>
              <a:t>FROM</a:t>
            </a:r>
            <a:r>
              <a:rPr sz="1900" spc="-204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35" dirty="0">
                <a:solidFill>
                  <a:srgbClr val="D6ECE9"/>
                </a:solidFill>
                <a:latin typeface="Lucida Sans Unicode"/>
                <a:cs typeface="Lucida Sans Unicode"/>
              </a:rPr>
              <a:t>directors</a:t>
            </a:r>
            <a:r>
              <a:rPr sz="1900" spc="-25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50" dirty="0">
                <a:solidFill>
                  <a:srgbClr val="D6ECE9"/>
                </a:solidFill>
                <a:latin typeface="Lucida Sans Unicode"/>
                <a:cs typeface="Lucida Sans Unicode"/>
              </a:rPr>
              <a:t>d</a:t>
            </a:r>
            <a:endParaRPr sz="1900" dirty="0">
              <a:latin typeface="Lucida Sans Unicode"/>
              <a:cs typeface="Lucida Sans Unicode"/>
            </a:endParaRPr>
          </a:p>
          <a:p>
            <a:pPr marL="12700">
              <a:lnSpc>
                <a:spcPct val="150000"/>
              </a:lnSpc>
              <a:spcBef>
                <a:spcPts val="520"/>
              </a:spcBef>
            </a:pPr>
            <a:r>
              <a:rPr sz="1900" spc="-55" dirty="0">
                <a:solidFill>
                  <a:srgbClr val="D6ECE9"/>
                </a:solidFill>
                <a:latin typeface="Lucida Sans Unicode"/>
                <a:cs typeface="Lucida Sans Unicode"/>
              </a:rPr>
              <a:t>JOIN</a:t>
            </a:r>
            <a:r>
              <a:rPr sz="1900" spc="-12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50" dirty="0">
                <a:solidFill>
                  <a:srgbClr val="D6ECE9"/>
                </a:solidFill>
                <a:latin typeface="Lucida Sans Unicode"/>
                <a:cs typeface="Lucida Sans Unicode"/>
              </a:rPr>
              <a:t>movies</a:t>
            </a:r>
            <a:r>
              <a:rPr sz="1900" spc="-16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50" dirty="0">
                <a:solidFill>
                  <a:srgbClr val="D6ECE9"/>
                </a:solidFill>
                <a:latin typeface="Lucida Sans Unicode"/>
                <a:cs typeface="Lucida Sans Unicode"/>
              </a:rPr>
              <a:t>m</a:t>
            </a:r>
            <a:endParaRPr sz="1900" dirty="0">
              <a:latin typeface="Lucida Sans Unicode"/>
              <a:cs typeface="Lucida Sans Unicode"/>
            </a:endParaRPr>
          </a:p>
          <a:p>
            <a:pPr marL="12700" indent="101600">
              <a:lnSpc>
                <a:spcPct val="150000"/>
              </a:lnSpc>
              <a:spcBef>
                <a:spcPts val="420"/>
              </a:spcBef>
            </a:pPr>
            <a:r>
              <a:rPr sz="1900" spc="-175" dirty="0">
                <a:solidFill>
                  <a:srgbClr val="D6ECE9"/>
                </a:solidFill>
                <a:latin typeface="Lucida Sans Unicode"/>
                <a:cs typeface="Lucida Sans Unicode"/>
              </a:rPr>
              <a:t>ON</a:t>
            </a:r>
            <a:r>
              <a:rPr sz="1900" spc="-15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00" dirty="0">
                <a:solidFill>
                  <a:srgbClr val="D6ECE9"/>
                </a:solidFill>
                <a:latin typeface="Lucida Sans Unicode"/>
                <a:cs typeface="Lucida Sans Unicode"/>
              </a:rPr>
              <a:t>d.id</a:t>
            </a:r>
            <a:r>
              <a:rPr sz="1900" spc="-204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850" spc="-400" dirty="0">
                <a:solidFill>
                  <a:srgbClr val="D6ECE9"/>
                </a:solidFill>
                <a:latin typeface="Lucida Sans Unicode"/>
                <a:cs typeface="Lucida Sans Unicode"/>
              </a:rPr>
              <a:t>=</a:t>
            </a:r>
            <a:r>
              <a:rPr sz="1850" spc="-15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80" dirty="0">
                <a:solidFill>
                  <a:srgbClr val="D6ECE9"/>
                </a:solidFill>
                <a:latin typeface="Lucida Sans Unicode"/>
                <a:cs typeface="Lucida Sans Unicode"/>
              </a:rPr>
              <a:t>m.director_id</a:t>
            </a:r>
            <a:endParaRPr sz="1900" dirty="0">
              <a:latin typeface="Lucida Sans Unicode"/>
              <a:cs typeface="Lucida Sans Unicode"/>
            </a:endParaRPr>
          </a:p>
          <a:p>
            <a:pPr marL="12700" marR="714375">
              <a:lnSpc>
                <a:spcPct val="150000"/>
              </a:lnSpc>
              <a:spcBef>
                <a:spcPts val="50"/>
              </a:spcBef>
            </a:pPr>
            <a:r>
              <a:rPr sz="1900" spc="-65" dirty="0">
                <a:solidFill>
                  <a:srgbClr val="D6ECE9"/>
                </a:solidFill>
                <a:latin typeface="Lucida Sans Unicode"/>
                <a:cs typeface="Lucida Sans Unicode"/>
              </a:rPr>
              <a:t>GROUP</a:t>
            </a:r>
            <a:r>
              <a:rPr sz="1900" spc="-13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10" dirty="0">
                <a:solidFill>
                  <a:srgbClr val="D6ECE9"/>
                </a:solidFill>
                <a:latin typeface="Lucida Sans Unicode"/>
                <a:cs typeface="Lucida Sans Unicode"/>
              </a:rPr>
              <a:t>BY</a:t>
            </a:r>
            <a:r>
              <a:rPr lang="en-US" sz="1900" spc="-11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10" dirty="0">
                <a:solidFill>
                  <a:srgbClr val="D6ECE9"/>
                </a:solidFill>
                <a:latin typeface="Lucida Sans Unicode"/>
                <a:cs typeface="Lucida Sans Unicode"/>
              </a:rPr>
              <a:t>d.id,</a:t>
            </a:r>
            <a:r>
              <a:rPr sz="1900" spc="-4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10" dirty="0">
                <a:solidFill>
                  <a:srgbClr val="D6ECE9"/>
                </a:solidFill>
                <a:latin typeface="Lucida Sans Unicode"/>
                <a:cs typeface="Lucida Sans Unicode"/>
              </a:rPr>
              <a:t>d.name </a:t>
            </a:r>
            <a:r>
              <a:rPr sz="1900" spc="-85" dirty="0">
                <a:solidFill>
                  <a:srgbClr val="D6ECE9"/>
                </a:solidFill>
                <a:latin typeface="Lucida Sans Unicode"/>
                <a:cs typeface="Lucida Sans Unicode"/>
              </a:rPr>
              <a:t>ORDER</a:t>
            </a:r>
            <a:r>
              <a:rPr sz="1900" spc="-229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95" dirty="0">
                <a:solidFill>
                  <a:srgbClr val="D6ECE9"/>
                </a:solidFill>
                <a:latin typeface="Lucida Sans Unicode"/>
                <a:cs typeface="Lucida Sans Unicode"/>
              </a:rPr>
              <a:t>BY</a:t>
            </a:r>
            <a:r>
              <a:rPr lang="en-US" sz="1900" spc="-9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95" dirty="0">
                <a:solidFill>
                  <a:srgbClr val="D6ECE9"/>
                </a:solidFill>
                <a:latin typeface="Lucida Sans Unicode"/>
                <a:cs typeface="Lucida Sans Unicode"/>
              </a:rPr>
              <a:t>total_revenue</a:t>
            </a:r>
            <a:r>
              <a:rPr sz="1900" spc="-14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90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DESC </a:t>
            </a:r>
            <a:r>
              <a:rPr sz="1900" spc="-110" dirty="0">
                <a:solidFill>
                  <a:srgbClr val="D6ECE9"/>
                </a:solidFill>
                <a:latin typeface="Lucida Sans Unicode"/>
                <a:cs typeface="Lucida Sans Unicode"/>
              </a:rPr>
              <a:t>LIMIT</a:t>
            </a:r>
            <a:r>
              <a:rPr sz="1900" spc="-24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850" spc="-385" dirty="0">
                <a:solidFill>
                  <a:srgbClr val="D6ECE9"/>
                </a:solidFill>
                <a:latin typeface="Lucida Sans Unicode"/>
                <a:cs typeface="Lucida Sans Unicode"/>
              </a:rPr>
              <a:t>1</a:t>
            </a:r>
            <a:r>
              <a:rPr sz="1900" spc="-385" dirty="0">
                <a:solidFill>
                  <a:srgbClr val="D6ECE9"/>
                </a:solidFill>
                <a:latin typeface="Lucida Sans Unicode"/>
                <a:cs typeface="Lucida Sans Unicode"/>
              </a:rPr>
              <a:t>;</a:t>
            </a:r>
            <a:endParaRPr sz="1900" dirty="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spc="-434" dirty="0"/>
              <a:t>15</a:t>
            </a:fld>
            <a:endParaRPr spc="-434" dirty="0"/>
          </a:p>
        </p:txBody>
      </p:sp>
      <p:sp>
        <p:nvSpPr>
          <p:cNvPr id="21" name="object 21"/>
          <p:cNvSpPr txBox="1"/>
          <p:nvPr/>
        </p:nvSpPr>
        <p:spPr>
          <a:xfrm>
            <a:off x="11137900" y="1527651"/>
            <a:ext cx="1879600" cy="2654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40" dirty="0">
                <a:solidFill>
                  <a:srgbClr val="C26F3C"/>
                </a:solidFill>
                <a:latin typeface="Arial"/>
                <a:cs typeface="Arial"/>
              </a:rPr>
              <a:t>H</a:t>
            </a:r>
            <a:r>
              <a:rPr sz="1550" b="1" spc="-13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45" dirty="0">
                <a:solidFill>
                  <a:srgbClr val="C26F3C"/>
                </a:solidFill>
                <a:latin typeface="Arial"/>
                <a:cs typeface="Arial"/>
              </a:rPr>
              <a:t>O</a:t>
            </a:r>
            <a:r>
              <a:rPr sz="1550" b="1" spc="-204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290" dirty="0">
                <a:solidFill>
                  <a:srgbClr val="C26F3C"/>
                </a:solidFill>
                <a:latin typeface="Arial"/>
                <a:cs typeface="Arial"/>
              </a:rPr>
              <a:t>W</a:t>
            </a:r>
            <a:r>
              <a:rPr sz="1550" b="1" spc="31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90" dirty="0">
                <a:solidFill>
                  <a:srgbClr val="C26F3C"/>
                </a:solidFill>
                <a:latin typeface="Arial"/>
                <a:cs typeface="Arial"/>
              </a:rPr>
              <a:t>I</a:t>
            </a:r>
            <a:r>
              <a:rPr sz="1550" b="1" spc="-17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55" dirty="0">
                <a:solidFill>
                  <a:srgbClr val="C26F3C"/>
                </a:solidFill>
                <a:latin typeface="Arial"/>
                <a:cs typeface="Arial"/>
              </a:rPr>
              <a:t>T</a:t>
            </a:r>
            <a:r>
              <a:rPr sz="1550" b="1" spc="47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145" dirty="0">
                <a:solidFill>
                  <a:srgbClr val="C26F3C"/>
                </a:solidFill>
                <a:latin typeface="Arial"/>
                <a:cs typeface="Arial"/>
              </a:rPr>
              <a:t>WO</a:t>
            </a:r>
            <a:r>
              <a:rPr sz="1550" b="1" spc="-21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35" dirty="0">
                <a:solidFill>
                  <a:srgbClr val="C26F3C"/>
                </a:solidFill>
                <a:latin typeface="Arial"/>
                <a:cs typeface="Arial"/>
              </a:rPr>
              <a:t>KS</a:t>
            </a:r>
            <a:endParaRPr sz="15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137900" y="1890814"/>
            <a:ext cx="4876800" cy="185102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54000" marR="5080" indent="-241300">
              <a:lnSpc>
                <a:spcPts val="2000"/>
              </a:lnSpc>
              <a:spcBef>
                <a:spcPts val="310"/>
              </a:spcBef>
              <a:buChar char="•"/>
              <a:tabLst>
                <a:tab pos="254000" algn="l"/>
              </a:tabLst>
            </a:pP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Same</a:t>
            </a:r>
            <a:r>
              <a:rPr sz="1800" spc="-2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0" dirty="0">
                <a:solidFill>
                  <a:srgbClr val="202F2E"/>
                </a:solidFill>
                <a:latin typeface="Lucida Sans Unicode"/>
                <a:cs typeface="Lucida Sans Unicode"/>
              </a:rPr>
              <a:t>skeleton</a:t>
            </a:r>
            <a:r>
              <a:rPr sz="1800" spc="-17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95" dirty="0">
                <a:solidFill>
                  <a:srgbClr val="202F2E"/>
                </a:solidFill>
                <a:latin typeface="Lucida Sans Unicode"/>
                <a:cs typeface="Lucida Sans Unicode"/>
              </a:rPr>
              <a:t>as</a:t>
            </a:r>
            <a:r>
              <a:rPr sz="1800" spc="-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25" dirty="0">
                <a:solidFill>
                  <a:srgbClr val="202F2E"/>
                </a:solidFill>
                <a:latin typeface="Lucida Sans Unicode"/>
                <a:cs typeface="Lucida Sans Unicode"/>
              </a:rPr>
              <a:t>Query</a:t>
            </a:r>
            <a:r>
              <a:rPr sz="1800" spc="-20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02F2E"/>
                </a:solidFill>
                <a:latin typeface="Lucida Sans Unicode"/>
                <a:cs typeface="Lucida Sans Unicode"/>
              </a:rPr>
              <a:t>L</a:t>
            </a:r>
            <a:r>
              <a:rPr sz="1800" spc="-21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30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50" dirty="0">
                <a:solidFill>
                  <a:srgbClr val="202F2E"/>
                </a:solidFill>
                <a:latin typeface="Lucida Sans Unicode"/>
                <a:cs typeface="Lucida Sans Unicode"/>
              </a:rPr>
              <a:t>JOIN,</a:t>
            </a:r>
            <a:r>
              <a:rPr sz="1800" spc="-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60" dirty="0">
                <a:solidFill>
                  <a:srgbClr val="202F2E"/>
                </a:solidFill>
                <a:latin typeface="Lucida Sans Unicode"/>
                <a:cs typeface="Lucida Sans Unicode"/>
              </a:rPr>
              <a:t>then</a:t>
            </a:r>
            <a:r>
              <a:rPr sz="1800" spc="-17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202F2E"/>
                </a:solidFill>
                <a:latin typeface="Lucida Sans Unicode"/>
                <a:cs typeface="Lucida Sans Unicode"/>
              </a:rPr>
              <a:t>GROUP </a:t>
            </a:r>
            <a:r>
              <a:rPr sz="1800" dirty="0">
                <a:solidFill>
                  <a:srgbClr val="202F2E"/>
                </a:solidFill>
                <a:latin typeface="Lucida Sans Unicode"/>
                <a:cs typeface="Lucida Sans Unicode"/>
              </a:rPr>
              <a:t>BY</a:t>
            </a:r>
            <a:r>
              <a:rPr sz="1800" spc="-23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202F2E"/>
                </a:solidFill>
                <a:latin typeface="Lucida Sans Unicode"/>
                <a:cs typeface="Lucida Sans Unicode"/>
              </a:rPr>
              <a:t>director.</a:t>
            </a:r>
            <a:endParaRPr sz="1800">
              <a:latin typeface="Lucida Sans Unicode"/>
              <a:cs typeface="Lucida Sans Unicode"/>
            </a:endParaRPr>
          </a:p>
          <a:p>
            <a:pPr marL="254000" marR="132715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spc="-80" dirty="0">
                <a:solidFill>
                  <a:srgbClr val="202F2E"/>
                </a:solidFill>
                <a:latin typeface="Lucida Sans Unicode"/>
                <a:cs typeface="Lucida Sans Unicode"/>
              </a:rPr>
              <a:t>SUM(m.revenue)</a:t>
            </a:r>
            <a:r>
              <a:rPr sz="1800" spc="1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180" dirty="0">
                <a:solidFill>
                  <a:srgbClr val="202F2E"/>
                </a:solidFill>
                <a:latin typeface="Lucida Sans Unicode"/>
                <a:cs typeface="Lucida Sans Unicode"/>
              </a:rPr>
              <a:t>—</a:t>
            </a:r>
            <a:r>
              <a:rPr sz="1800" spc="-125" dirty="0">
                <a:solidFill>
                  <a:srgbClr val="202F2E"/>
                </a:solidFill>
                <a:latin typeface="Lucida Sans Unicode"/>
                <a:cs typeface="Lucida Sans Unicode"/>
              </a:rPr>
              <a:t>adds</a:t>
            </a:r>
            <a:r>
              <a:rPr sz="1800" spc="-20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10" dirty="0">
                <a:solidFill>
                  <a:srgbClr val="202F2E"/>
                </a:solidFill>
                <a:latin typeface="Lucida Sans Unicode"/>
                <a:cs typeface="Lucida Sans Unicode"/>
              </a:rPr>
              <a:t>revenue</a:t>
            </a:r>
            <a:r>
              <a:rPr sz="1800" spc="-21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across</a:t>
            </a:r>
            <a:r>
              <a:rPr sz="1800" spc="-20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70" dirty="0">
                <a:solidFill>
                  <a:srgbClr val="202F2E"/>
                </a:solidFill>
                <a:latin typeface="Lucida Sans Unicode"/>
                <a:cs typeface="Lucida Sans Unicode"/>
              </a:rPr>
              <a:t>all</a:t>
            </a:r>
            <a:r>
              <a:rPr sz="1800" spc="-12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5" dirty="0">
                <a:solidFill>
                  <a:srgbClr val="202F2E"/>
                </a:solidFill>
                <a:latin typeface="Lucida Sans Unicode"/>
                <a:cs typeface="Lucida Sans Unicode"/>
              </a:rPr>
              <a:t>of </a:t>
            </a:r>
            <a:r>
              <a:rPr sz="1800" spc="-110" dirty="0">
                <a:solidFill>
                  <a:srgbClr val="202F2E"/>
                </a:solidFill>
                <a:latin typeface="Lucida Sans Unicode"/>
                <a:cs typeface="Lucida Sans Unicode"/>
              </a:rPr>
              <a:t>a</a:t>
            </a:r>
            <a:r>
              <a:rPr sz="1800" spc="-24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14" dirty="0">
                <a:solidFill>
                  <a:srgbClr val="202F2E"/>
                </a:solidFill>
                <a:latin typeface="Lucida Sans Unicode"/>
                <a:cs typeface="Lucida Sans Unicode"/>
              </a:rPr>
              <a:t>director's</a:t>
            </a:r>
            <a:r>
              <a:rPr sz="1800" spc="-19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5" dirty="0">
                <a:solidFill>
                  <a:srgbClr val="202F2E"/>
                </a:solidFill>
                <a:latin typeface="Lucida Sans Unicode"/>
                <a:cs typeface="Lucida Sans Unicode"/>
              </a:rPr>
              <a:t>movies,</a:t>
            </a:r>
            <a:r>
              <a:rPr sz="1800" spc="-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45" dirty="0">
                <a:solidFill>
                  <a:srgbClr val="202F2E"/>
                </a:solidFill>
                <a:latin typeface="Lucida Sans Unicode"/>
                <a:cs typeface="Lucida Sans Unicode"/>
              </a:rPr>
              <a:t>instead</a:t>
            </a:r>
            <a:r>
              <a:rPr sz="1800" spc="-204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of</a:t>
            </a:r>
            <a:r>
              <a:rPr sz="1800" spc="-23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35" dirty="0">
                <a:solidFill>
                  <a:srgbClr val="202F2E"/>
                </a:solidFill>
                <a:latin typeface="Lucida Sans Unicode"/>
                <a:cs typeface="Lucida Sans Unicode"/>
              </a:rPr>
              <a:t>counting.</a:t>
            </a:r>
            <a:endParaRPr sz="1800">
              <a:latin typeface="Lucida Sans Unicode"/>
              <a:cs typeface="Lucida Sans Unicode"/>
            </a:endParaRPr>
          </a:p>
          <a:p>
            <a:pPr marL="254000" marR="449580" indent="-241300">
              <a:lnSpc>
                <a:spcPts val="2000"/>
              </a:lnSpc>
              <a:spcBef>
                <a:spcPts val="1100"/>
              </a:spcBef>
              <a:buChar char="•"/>
              <a:tabLst>
                <a:tab pos="254000" algn="l"/>
              </a:tabLst>
            </a:pPr>
            <a:r>
              <a:rPr sz="1800" spc="-110" dirty="0">
                <a:solidFill>
                  <a:srgbClr val="202F2E"/>
                </a:solidFill>
                <a:latin typeface="Lucida Sans Unicode"/>
                <a:cs typeface="Lucida Sans Unicode"/>
              </a:rPr>
              <a:t>Crowns</a:t>
            </a:r>
            <a:r>
              <a:rPr sz="1800" spc="-16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whichever</a:t>
            </a:r>
            <a:r>
              <a:rPr sz="1800" spc="-14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25" dirty="0">
                <a:solidFill>
                  <a:srgbClr val="202F2E"/>
                </a:solidFill>
                <a:latin typeface="Lucida Sans Unicode"/>
                <a:cs typeface="Lucida Sans Unicode"/>
              </a:rPr>
              <a:t>director's</a:t>
            </a:r>
            <a:r>
              <a:rPr sz="1800" spc="-16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50" dirty="0">
                <a:solidFill>
                  <a:srgbClr val="202F2E"/>
                </a:solidFill>
                <a:latin typeface="Lucida Sans Unicode"/>
                <a:cs typeface="Lucida Sans Unicode"/>
              </a:rPr>
              <a:t>combined</a:t>
            </a:r>
            <a:r>
              <a:rPr sz="1800" spc="-60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10" dirty="0">
                <a:solidFill>
                  <a:srgbClr val="202F2E"/>
                </a:solidFill>
                <a:latin typeface="Lucida Sans Unicode"/>
                <a:cs typeface="Lucida Sans Unicode"/>
              </a:rPr>
              <a:t>box </a:t>
            </a:r>
            <a:r>
              <a:rPr sz="1800" spc="-120" dirty="0">
                <a:solidFill>
                  <a:srgbClr val="202F2E"/>
                </a:solidFill>
                <a:latin typeface="Lucida Sans Unicode"/>
                <a:cs typeface="Lucida Sans Unicode"/>
              </a:rPr>
              <a:t>office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05" dirty="0">
                <a:solidFill>
                  <a:srgbClr val="202F2E"/>
                </a:solidFill>
                <a:latin typeface="Lucida Sans Unicode"/>
                <a:cs typeface="Lucida Sans Unicode"/>
              </a:rPr>
              <a:t>is</a:t>
            </a:r>
            <a:r>
              <a:rPr sz="1800" spc="-18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130" dirty="0">
                <a:solidFill>
                  <a:srgbClr val="202F2E"/>
                </a:solidFill>
                <a:latin typeface="Lucida Sans Unicode"/>
                <a:cs typeface="Lucida Sans Unicode"/>
              </a:rPr>
              <a:t>the</a:t>
            </a:r>
            <a:r>
              <a:rPr sz="1800" spc="-195" dirty="0">
                <a:solidFill>
                  <a:srgbClr val="202F2E"/>
                </a:solidFill>
                <a:latin typeface="Lucida Sans Unicode"/>
                <a:cs typeface="Lucida Sans Unicode"/>
              </a:rPr>
              <a:t> </a:t>
            </a:r>
            <a:r>
              <a:rPr sz="1800" spc="-20" dirty="0">
                <a:solidFill>
                  <a:srgbClr val="202F2E"/>
                </a:solidFill>
                <a:latin typeface="Lucida Sans Unicode"/>
                <a:cs typeface="Lucida Sans Unicode"/>
              </a:rPr>
              <a:t>largest.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73600" y="6213951"/>
            <a:ext cx="2573655" cy="13881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50" b="1" spc="-85" dirty="0">
                <a:solidFill>
                  <a:srgbClr val="C26F3C"/>
                </a:solidFill>
                <a:latin typeface="Arial"/>
                <a:cs typeface="Arial"/>
              </a:rPr>
              <a:t>R</a:t>
            </a:r>
            <a:r>
              <a:rPr sz="1550" b="1" spc="-185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110" dirty="0">
                <a:solidFill>
                  <a:srgbClr val="C26F3C"/>
                </a:solidFill>
                <a:latin typeface="Arial"/>
                <a:cs typeface="Arial"/>
              </a:rPr>
              <a:t>E</a:t>
            </a:r>
            <a:r>
              <a:rPr sz="1550" b="1" spc="-16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50" dirty="0">
                <a:solidFill>
                  <a:srgbClr val="C26F3C"/>
                </a:solidFill>
                <a:latin typeface="Arial"/>
                <a:cs typeface="Arial"/>
              </a:rPr>
              <a:t>S</a:t>
            </a:r>
            <a:r>
              <a:rPr sz="1550" b="1" spc="-22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-30" dirty="0">
                <a:solidFill>
                  <a:srgbClr val="C26F3C"/>
                </a:solidFill>
                <a:latin typeface="Arial"/>
                <a:cs typeface="Arial"/>
              </a:rPr>
              <a:t>U</a:t>
            </a:r>
            <a:r>
              <a:rPr sz="1550" b="1" spc="-140" dirty="0">
                <a:solidFill>
                  <a:srgbClr val="C26F3C"/>
                </a:solidFill>
                <a:latin typeface="Arial"/>
                <a:cs typeface="Arial"/>
              </a:rPr>
              <a:t> </a:t>
            </a:r>
            <a:r>
              <a:rPr sz="1550" b="1" spc="70" dirty="0">
                <a:solidFill>
                  <a:srgbClr val="C26F3C"/>
                </a:solidFill>
                <a:latin typeface="Arial"/>
                <a:cs typeface="Arial"/>
              </a:rPr>
              <a:t>LT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15"/>
              </a:spcBef>
            </a:pPr>
            <a:endParaRPr sz="150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</a:pPr>
            <a:r>
              <a:rPr sz="2400" b="1" spc="-220" dirty="0">
                <a:solidFill>
                  <a:srgbClr val="0A3C41"/>
                </a:solidFill>
                <a:latin typeface="Verdana"/>
                <a:cs typeface="Verdana"/>
              </a:rPr>
              <a:t>Ja</a:t>
            </a:r>
            <a:r>
              <a:rPr sz="2450" b="1" spc="-220" dirty="0">
                <a:solidFill>
                  <a:srgbClr val="0A3C41"/>
                </a:solidFill>
                <a:latin typeface="Arial"/>
                <a:cs typeface="Arial"/>
              </a:rPr>
              <a:t>m</a:t>
            </a:r>
            <a:r>
              <a:rPr sz="2400" b="1" spc="-220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2450" b="1" spc="-220" dirty="0">
                <a:solidFill>
                  <a:srgbClr val="0A3C41"/>
                </a:solidFill>
                <a:latin typeface="Arial"/>
                <a:cs typeface="Arial"/>
              </a:rPr>
              <a:t>s</a:t>
            </a:r>
            <a:r>
              <a:rPr sz="2450" b="1" spc="-200" dirty="0">
                <a:solidFill>
                  <a:srgbClr val="0A3C41"/>
                </a:solidFill>
                <a:latin typeface="Arial"/>
                <a:cs typeface="Arial"/>
              </a:rPr>
              <a:t> </a:t>
            </a:r>
            <a:r>
              <a:rPr sz="2400" b="1" spc="-195" dirty="0">
                <a:solidFill>
                  <a:srgbClr val="0A3C41"/>
                </a:solidFill>
                <a:latin typeface="Verdana"/>
                <a:cs typeface="Verdana"/>
              </a:rPr>
              <a:t>Ca</a:t>
            </a:r>
            <a:r>
              <a:rPr sz="2450" b="1" spc="-195" dirty="0">
                <a:solidFill>
                  <a:srgbClr val="0A3C41"/>
                </a:solidFill>
                <a:latin typeface="Arial"/>
                <a:cs typeface="Arial"/>
              </a:rPr>
              <a:t>m</a:t>
            </a:r>
            <a:r>
              <a:rPr sz="2400" b="1" spc="-195" dirty="0">
                <a:solidFill>
                  <a:srgbClr val="0A3C41"/>
                </a:solidFill>
                <a:latin typeface="Verdana"/>
                <a:cs typeface="Verdana"/>
              </a:rPr>
              <a:t>e</a:t>
            </a:r>
            <a:r>
              <a:rPr sz="2450" b="1" spc="-195" dirty="0">
                <a:solidFill>
                  <a:srgbClr val="0A3C41"/>
                </a:solidFill>
                <a:latin typeface="Arial"/>
                <a:cs typeface="Arial"/>
              </a:rPr>
              <a:t>ron</a:t>
            </a:r>
            <a:endParaRPr sz="245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509"/>
              </a:spcBef>
            </a:pPr>
            <a:r>
              <a:rPr sz="1800" spc="-105" dirty="0">
                <a:solidFill>
                  <a:srgbClr val="5C726F"/>
                </a:solidFill>
                <a:latin typeface="Lucida Sans Unicode"/>
                <a:cs typeface="Lucida Sans Unicode"/>
              </a:rPr>
              <a:t>$</a:t>
            </a:r>
            <a:r>
              <a:rPr sz="1650" spc="-105" dirty="0">
                <a:solidFill>
                  <a:srgbClr val="5C726F"/>
                </a:solidFill>
                <a:latin typeface="Lucida Sans Unicode"/>
                <a:cs typeface="Lucida Sans Unicode"/>
              </a:rPr>
              <a:t>4</a:t>
            </a:r>
            <a:r>
              <a:rPr sz="1800" spc="-105" dirty="0">
                <a:solidFill>
                  <a:srgbClr val="5C726F"/>
                </a:solidFill>
                <a:latin typeface="Lucida Sans Unicode"/>
                <a:cs typeface="Lucida Sans Unicode"/>
              </a:rPr>
              <a:t>.</a:t>
            </a:r>
            <a:r>
              <a:rPr sz="1650" spc="-105" dirty="0">
                <a:solidFill>
                  <a:srgbClr val="5C726F"/>
                </a:solidFill>
                <a:latin typeface="Lucida Sans Unicode"/>
                <a:cs typeface="Lucida Sans Unicode"/>
              </a:rPr>
              <a:t>63B</a:t>
            </a:r>
            <a:r>
              <a:rPr sz="1650" spc="-114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55" dirty="0">
                <a:solidFill>
                  <a:srgbClr val="5C726F"/>
                </a:solidFill>
                <a:latin typeface="Lucida Sans Unicode"/>
                <a:cs typeface="Lucida Sans Unicode"/>
              </a:rPr>
              <a:t>total</a:t>
            </a:r>
            <a:r>
              <a:rPr sz="1650" spc="-35" dirty="0">
                <a:solidFill>
                  <a:srgbClr val="5C726F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5C726F"/>
                </a:solidFill>
                <a:latin typeface="Lucida Sans Unicode"/>
                <a:cs typeface="Lucida Sans Unicode"/>
              </a:rPr>
              <a:t>revenue</a:t>
            </a:r>
            <a:endParaRPr sz="1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636930"/>
            <a:ext cx="258953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40" dirty="0">
                <a:solidFill>
                  <a:srgbClr val="DFA06A"/>
                </a:solidFill>
                <a:latin typeface="Arial"/>
                <a:cs typeface="Arial"/>
              </a:rPr>
              <a:t>S</a:t>
            </a:r>
            <a:r>
              <a:rPr sz="1650" b="1" spc="-22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50" dirty="0">
                <a:solidFill>
                  <a:srgbClr val="DFA06A"/>
                </a:solidFill>
                <a:latin typeface="Arial"/>
                <a:cs typeface="Arial"/>
              </a:rPr>
              <a:t>QL</a:t>
            </a:r>
            <a:r>
              <a:rPr sz="1650" b="1" spc="36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60" dirty="0">
                <a:solidFill>
                  <a:srgbClr val="DFA06A"/>
                </a:solidFill>
                <a:latin typeface="Arial"/>
                <a:cs typeface="Arial"/>
              </a:rPr>
              <a:t>T</a:t>
            </a:r>
            <a:r>
              <a:rPr sz="1650" b="1" spc="-22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dirty="0">
                <a:solidFill>
                  <a:srgbClr val="DFA06A"/>
                </a:solidFill>
                <a:latin typeface="Arial"/>
                <a:cs typeface="Arial"/>
              </a:rPr>
              <a:t>OO</a:t>
            </a:r>
            <a:r>
              <a:rPr sz="1650" b="1" spc="-21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60" dirty="0">
                <a:solidFill>
                  <a:srgbClr val="DFA06A"/>
                </a:solidFill>
                <a:latin typeface="Arial"/>
                <a:cs typeface="Arial"/>
              </a:rPr>
              <a:t>LKI</a:t>
            </a:r>
            <a:r>
              <a:rPr sz="1650" b="1" spc="-114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60" dirty="0">
                <a:solidFill>
                  <a:srgbClr val="DFA06A"/>
                </a:solidFill>
                <a:latin typeface="Arial"/>
                <a:cs typeface="Arial"/>
              </a:rPr>
              <a:t>T</a:t>
            </a:r>
            <a:r>
              <a:rPr sz="1650" b="1" spc="39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-10" dirty="0">
                <a:solidFill>
                  <a:srgbClr val="DFA06A"/>
                </a:solidFill>
                <a:latin typeface="Arial"/>
                <a:cs typeface="Arial"/>
              </a:rPr>
              <a:t>RE</a:t>
            </a:r>
            <a:r>
              <a:rPr sz="1650" b="1" spc="-25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650" b="1" spc="110" dirty="0">
                <a:solidFill>
                  <a:srgbClr val="DFA06A"/>
                </a:solidFill>
                <a:latin typeface="Arial"/>
                <a:cs typeface="Arial"/>
              </a:rPr>
              <a:t>CAP</a:t>
            </a:r>
            <a:endParaRPr sz="16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700" spc="-295" dirty="0">
                <a:latin typeface="Arial"/>
                <a:cs typeface="Arial"/>
              </a:rPr>
              <a:t>E</a:t>
            </a:r>
            <a:r>
              <a:rPr spc="-295" dirty="0"/>
              <a:t>ight</a:t>
            </a:r>
            <a:r>
              <a:rPr spc="-405" dirty="0"/>
              <a:t> </a:t>
            </a:r>
            <a:r>
              <a:rPr sz="3700" spc="-280" dirty="0">
                <a:latin typeface="Arial"/>
                <a:cs typeface="Arial"/>
              </a:rPr>
              <a:t>b</a:t>
            </a:r>
            <a:r>
              <a:rPr spc="-280" dirty="0"/>
              <a:t>uil</a:t>
            </a:r>
            <a:r>
              <a:rPr sz="3700" spc="-280" dirty="0">
                <a:latin typeface="Arial"/>
                <a:cs typeface="Arial"/>
              </a:rPr>
              <a:t>d</a:t>
            </a:r>
            <a:r>
              <a:rPr spc="-280" dirty="0"/>
              <a:t>ing</a:t>
            </a:r>
            <a:r>
              <a:rPr spc="-325" dirty="0"/>
              <a:t> </a:t>
            </a:r>
            <a:r>
              <a:rPr sz="3700" spc="-195" dirty="0">
                <a:latin typeface="Arial"/>
                <a:cs typeface="Arial"/>
              </a:rPr>
              <a:t>b</a:t>
            </a:r>
            <a:r>
              <a:rPr spc="-195" dirty="0"/>
              <a:t>lo</a:t>
            </a:r>
            <a:r>
              <a:rPr sz="3700" spc="-195" dirty="0">
                <a:latin typeface="Arial"/>
                <a:cs typeface="Arial"/>
              </a:rPr>
              <a:t>c</a:t>
            </a:r>
            <a:r>
              <a:rPr spc="-195" dirty="0"/>
              <a:t>ks</a:t>
            </a:r>
            <a:r>
              <a:rPr sz="3450" spc="-195" dirty="0">
                <a:latin typeface="Roboto Cn"/>
                <a:cs typeface="Roboto Cn"/>
              </a:rPr>
              <a:t>,</a:t>
            </a:r>
            <a:r>
              <a:rPr sz="3450" spc="90" dirty="0">
                <a:latin typeface="Roboto Cn"/>
                <a:cs typeface="Roboto Cn"/>
              </a:rPr>
              <a:t> </a:t>
            </a:r>
            <a:r>
              <a:rPr spc="-260" dirty="0"/>
              <a:t>thirt</a:t>
            </a:r>
            <a:r>
              <a:rPr sz="3700" spc="-260" dirty="0">
                <a:latin typeface="Arial"/>
                <a:cs typeface="Arial"/>
              </a:rPr>
              <a:t>ee</a:t>
            </a:r>
            <a:r>
              <a:rPr spc="-260" dirty="0"/>
              <a:t>n</a:t>
            </a:r>
            <a:r>
              <a:rPr spc="-375" dirty="0"/>
              <a:t> </a:t>
            </a:r>
            <a:r>
              <a:rPr spc="-265" dirty="0"/>
              <a:t>qu</a:t>
            </a:r>
            <a:r>
              <a:rPr sz="3700" spc="-265" dirty="0">
                <a:latin typeface="Arial"/>
                <a:cs typeface="Arial"/>
              </a:rPr>
              <a:t>e</a:t>
            </a:r>
            <a:r>
              <a:rPr spc="-265" dirty="0"/>
              <a:t>stions</a:t>
            </a:r>
            <a:r>
              <a:rPr spc="-415" dirty="0"/>
              <a:t> </a:t>
            </a:r>
            <a:r>
              <a:rPr sz="3700" spc="-270" dirty="0">
                <a:latin typeface="Arial"/>
                <a:cs typeface="Arial"/>
              </a:rPr>
              <a:t>a</a:t>
            </a:r>
            <a:r>
              <a:rPr spc="-270" dirty="0"/>
              <a:t>nsw</a:t>
            </a:r>
            <a:r>
              <a:rPr sz="3700" spc="-270" dirty="0">
                <a:latin typeface="Arial"/>
                <a:cs typeface="Arial"/>
              </a:rPr>
              <a:t>e</a:t>
            </a:r>
            <a:r>
              <a:rPr spc="-270" dirty="0"/>
              <a:t>r</a:t>
            </a:r>
            <a:r>
              <a:rPr sz="3700" spc="-270" dirty="0">
                <a:latin typeface="Arial"/>
                <a:cs typeface="Arial"/>
              </a:rPr>
              <a:t>ed</a:t>
            </a:r>
            <a:endParaRPr sz="3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3453" y="2011710"/>
            <a:ext cx="3560445" cy="3108960"/>
          </a:xfrm>
          <a:prstGeom prst="rect">
            <a:avLst/>
          </a:prstGeom>
          <a:solidFill>
            <a:srgbClr val="072529"/>
          </a:solidFill>
          <a:ln w="25400">
            <a:solidFill>
              <a:srgbClr val="C26F3C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69"/>
              </a:spcBef>
            </a:pPr>
            <a:endParaRPr sz="1900">
              <a:latin typeface="Times New Roman"/>
              <a:cs typeface="Times New Roman"/>
            </a:endParaRPr>
          </a:p>
          <a:p>
            <a:pPr marL="263525">
              <a:lnSpc>
                <a:spcPct val="100000"/>
              </a:lnSpc>
              <a:spcBef>
                <a:spcPts val="5"/>
              </a:spcBef>
            </a:pPr>
            <a:r>
              <a:rPr sz="2000" b="1" spc="-120" dirty="0">
                <a:solidFill>
                  <a:srgbClr val="DFA06A"/>
                </a:solidFill>
                <a:latin typeface="Arial"/>
                <a:cs typeface="Arial"/>
              </a:rPr>
              <a:t>SELECT</a:t>
            </a:r>
            <a:r>
              <a:rPr sz="2000" b="1" spc="-21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950" b="1" spc="50" dirty="0">
                <a:solidFill>
                  <a:srgbClr val="DFA06A"/>
                </a:solidFill>
                <a:latin typeface="Trebuchet MS"/>
                <a:cs typeface="Trebuchet MS"/>
              </a:rPr>
              <a:t>/</a:t>
            </a:r>
            <a:r>
              <a:rPr sz="1950" b="1" spc="-70" dirty="0">
                <a:solidFill>
                  <a:srgbClr val="DFA06A"/>
                </a:solidFill>
                <a:latin typeface="Trebuchet MS"/>
                <a:cs typeface="Trebuchet MS"/>
              </a:rPr>
              <a:t> </a:t>
            </a:r>
            <a:r>
              <a:rPr sz="2000" b="1" spc="-20" dirty="0">
                <a:solidFill>
                  <a:srgbClr val="DFA06A"/>
                </a:solidFill>
                <a:latin typeface="Arial"/>
                <a:cs typeface="Arial"/>
              </a:rPr>
              <a:t>FROM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1900">
              <a:latin typeface="Arial"/>
              <a:cs typeface="Arial"/>
            </a:endParaRPr>
          </a:p>
          <a:p>
            <a:pPr marL="263525">
              <a:lnSpc>
                <a:spcPct val="100000"/>
              </a:lnSpc>
            </a:pPr>
            <a:r>
              <a:rPr sz="1650" spc="-75" dirty="0">
                <a:solidFill>
                  <a:srgbClr val="D6ECE9"/>
                </a:solidFill>
                <a:latin typeface="Lucida Sans Unicode"/>
                <a:cs typeface="Lucida Sans Unicode"/>
              </a:rPr>
              <a:t>Retrieve</a:t>
            </a:r>
            <a:r>
              <a:rPr sz="1650" spc="-19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125" dirty="0">
                <a:solidFill>
                  <a:srgbClr val="D6ECE9"/>
                </a:solidFill>
                <a:latin typeface="Lucida Sans Unicode"/>
                <a:cs typeface="Lucida Sans Unicode"/>
              </a:rPr>
              <a:t>columns</a:t>
            </a:r>
            <a:r>
              <a:rPr sz="1650" spc="-19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125" dirty="0">
                <a:solidFill>
                  <a:srgbClr val="D6ECE9"/>
                </a:solidFill>
                <a:latin typeface="Lucida Sans Unicode"/>
                <a:cs typeface="Lucida Sans Unicode"/>
              </a:rPr>
              <a:t>from</a:t>
            </a:r>
            <a:r>
              <a:rPr sz="1650" spc="-20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90" dirty="0">
                <a:solidFill>
                  <a:srgbClr val="D6ECE9"/>
                </a:solidFill>
                <a:latin typeface="Lucida Sans Unicode"/>
                <a:cs typeface="Lucida Sans Unicode"/>
              </a:rPr>
              <a:t>a</a:t>
            </a:r>
            <a:r>
              <a:rPr sz="1650" spc="-12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table</a:t>
            </a:r>
            <a:endParaRPr sz="16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700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263525">
              <a:lnSpc>
                <a:spcPct val="100000"/>
              </a:lnSpc>
            </a:pPr>
            <a:r>
              <a:rPr sz="1450" b="1" spc="-75" dirty="0">
                <a:solidFill>
                  <a:srgbClr val="DFA06A"/>
                </a:solidFill>
                <a:latin typeface="Arial"/>
                <a:cs typeface="Arial"/>
              </a:rPr>
              <a:t>QUERIES</a:t>
            </a:r>
            <a:r>
              <a:rPr sz="1450" b="1" spc="5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450" spc="-130" dirty="0">
                <a:solidFill>
                  <a:srgbClr val="FAFAF6"/>
                </a:solidFill>
                <a:latin typeface="Lucida Sans Unicode"/>
                <a:cs typeface="Lucida Sans Unicode"/>
              </a:rPr>
              <a:t>A</a:t>
            </a:r>
            <a:r>
              <a:rPr sz="1350" spc="-130" dirty="0">
                <a:solidFill>
                  <a:srgbClr val="FAFAF6"/>
                </a:solidFill>
                <a:latin typeface="Lucida Sans Unicode"/>
                <a:cs typeface="Lucida Sans Unicode"/>
              </a:rPr>
              <a:t>,</a:t>
            </a:r>
            <a:r>
              <a:rPr sz="1350" spc="-20" dirty="0">
                <a:solidFill>
                  <a:srgbClr val="FAFAF6"/>
                </a:solidFill>
                <a:latin typeface="Lucida Sans Unicode"/>
                <a:cs typeface="Lucida Sans Unicode"/>
              </a:rPr>
              <a:t> </a:t>
            </a:r>
            <a:r>
              <a:rPr sz="1450" spc="15" dirty="0">
                <a:solidFill>
                  <a:srgbClr val="FAFAF6"/>
                </a:solidFill>
                <a:latin typeface="Lucida Sans Unicode"/>
                <a:cs typeface="Lucida Sans Unicode"/>
              </a:rPr>
              <a:t>B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33030" y="2011710"/>
            <a:ext cx="3560445" cy="3108960"/>
          </a:xfrm>
          <a:prstGeom prst="rect">
            <a:avLst/>
          </a:prstGeom>
          <a:solidFill>
            <a:srgbClr val="072529"/>
          </a:solidFill>
          <a:ln w="25400">
            <a:solidFill>
              <a:srgbClr val="C26F3C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69"/>
              </a:spcBef>
            </a:pPr>
            <a:endParaRPr sz="1900">
              <a:latin typeface="Times New Roman"/>
              <a:cs typeface="Times New Roman"/>
            </a:endParaRPr>
          </a:p>
          <a:p>
            <a:pPr marL="255904">
              <a:lnSpc>
                <a:spcPct val="100000"/>
              </a:lnSpc>
              <a:spcBef>
                <a:spcPts val="5"/>
              </a:spcBef>
            </a:pPr>
            <a:r>
              <a:rPr sz="2000" b="1" spc="-10" dirty="0">
                <a:solidFill>
                  <a:srgbClr val="DFA06A"/>
                </a:solidFill>
                <a:latin typeface="Arial"/>
                <a:cs typeface="Arial"/>
              </a:rPr>
              <a:t>WHERE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1900">
              <a:latin typeface="Arial"/>
              <a:cs typeface="Arial"/>
            </a:endParaRPr>
          </a:p>
          <a:p>
            <a:pPr marL="255904">
              <a:lnSpc>
                <a:spcPct val="100000"/>
              </a:lnSpc>
            </a:pPr>
            <a:r>
              <a:rPr sz="1650" spc="-105" dirty="0">
                <a:solidFill>
                  <a:srgbClr val="D6ECE9"/>
                </a:solidFill>
                <a:latin typeface="Lucida Sans Unicode"/>
                <a:cs typeface="Lucida Sans Unicode"/>
              </a:rPr>
              <a:t>Filter</a:t>
            </a:r>
            <a:r>
              <a:rPr sz="1650" spc="-20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65" dirty="0">
                <a:solidFill>
                  <a:srgbClr val="D6ECE9"/>
                </a:solidFill>
                <a:latin typeface="Lucida Sans Unicode"/>
                <a:cs typeface="Lucida Sans Unicode"/>
              </a:rPr>
              <a:t>rows</a:t>
            </a:r>
            <a:r>
              <a:rPr sz="1650" spc="-20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70" dirty="0">
                <a:solidFill>
                  <a:srgbClr val="D6ECE9"/>
                </a:solidFill>
                <a:latin typeface="Lucida Sans Unicode"/>
                <a:cs typeface="Lucida Sans Unicode"/>
              </a:rPr>
              <a:t>by</a:t>
            </a:r>
            <a:r>
              <a:rPr sz="1650" spc="-19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90" dirty="0">
                <a:solidFill>
                  <a:srgbClr val="D6ECE9"/>
                </a:solidFill>
                <a:latin typeface="Lucida Sans Unicode"/>
                <a:cs typeface="Lucida Sans Unicode"/>
              </a:rPr>
              <a:t>a</a:t>
            </a:r>
            <a:r>
              <a:rPr sz="1650" spc="-14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condition</a:t>
            </a:r>
            <a:endParaRPr sz="16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700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255904">
              <a:lnSpc>
                <a:spcPct val="100000"/>
              </a:lnSpc>
            </a:pPr>
            <a:r>
              <a:rPr sz="1450" b="1" spc="-75" dirty="0">
                <a:solidFill>
                  <a:srgbClr val="DFA06A"/>
                </a:solidFill>
                <a:latin typeface="Arial"/>
                <a:cs typeface="Arial"/>
              </a:rPr>
              <a:t>QUERIES</a:t>
            </a:r>
            <a:r>
              <a:rPr sz="1450" b="1" spc="4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450" spc="-125" dirty="0">
                <a:solidFill>
                  <a:srgbClr val="FAFAF6"/>
                </a:solidFill>
                <a:latin typeface="Lucida Sans Unicode"/>
                <a:cs typeface="Lucida Sans Unicode"/>
              </a:rPr>
              <a:t>D</a:t>
            </a:r>
            <a:r>
              <a:rPr sz="1350" spc="-125" dirty="0">
                <a:solidFill>
                  <a:srgbClr val="FAFAF6"/>
                </a:solidFill>
                <a:latin typeface="Lucida Sans Unicode"/>
                <a:cs typeface="Lucida Sans Unicode"/>
              </a:rPr>
              <a:t>,</a:t>
            </a:r>
            <a:r>
              <a:rPr sz="1350" spc="-120" dirty="0">
                <a:solidFill>
                  <a:srgbClr val="FAFAF6"/>
                </a:solidFill>
                <a:latin typeface="Lucida Sans Unicode"/>
                <a:cs typeface="Lucida Sans Unicode"/>
              </a:rPr>
              <a:t> </a:t>
            </a:r>
            <a:r>
              <a:rPr sz="1450" spc="-60" dirty="0">
                <a:solidFill>
                  <a:srgbClr val="FAFAF6"/>
                </a:solidFill>
                <a:latin typeface="Lucida Sans Unicode"/>
                <a:cs typeface="Lucida Sans Unicode"/>
              </a:rPr>
              <a:t>F</a:t>
            </a:r>
            <a:r>
              <a:rPr sz="1350" spc="-60" dirty="0">
                <a:solidFill>
                  <a:srgbClr val="FAFAF6"/>
                </a:solidFill>
                <a:latin typeface="Lucida Sans Unicode"/>
                <a:cs typeface="Lucida Sans Unicode"/>
              </a:rPr>
              <a:t>,</a:t>
            </a:r>
            <a:r>
              <a:rPr sz="1350" spc="-120" dirty="0">
                <a:solidFill>
                  <a:srgbClr val="FAFAF6"/>
                </a:solidFill>
                <a:latin typeface="Lucida Sans Unicode"/>
                <a:cs typeface="Lucida Sans Unicode"/>
              </a:rPr>
              <a:t> </a:t>
            </a:r>
            <a:r>
              <a:rPr sz="1450" spc="210" dirty="0">
                <a:solidFill>
                  <a:srgbClr val="FAFAF6"/>
                </a:solidFill>
                <a:latin typeface="Lucida Sans Unicode"/>
                <a:cs typeface="Lucida Sans Unicode"/>
              </a:rPr>
              <a:t>J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12608" y="2011710"/>
            <a:ext cx="3560445" cy="3108960"/>
          </a:xfrm>
          <a:prstGeom prst="rect">
            <a:avLst/>
          </a:prstGeom>
          <a:solidFill>
            <a:srgbClr val="072529"/>
          </a:solidFill>
          <a:ln w="25400">
            <a:solidFill>
              <a:srgbClr val="C26F3C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69"/>
              </a:spcBef>
            </a:pPr>
            <a:endParaRPr sz="1900">
              <a:latin typeface="Times New Roman"/>
              <a:cs typeface="Times New Roman"/>
            </a:endParaRPr>
          </a:p>
          <a:p>
            <a:pPr marL="260985">
              <a:lnSpc>
                <a:spcPct val="100000"/>
              </a:lnSpc>
              <a:spcBef>
                <a:spcPts val="5"/>
              </a:spcBef>
            </a:pPr>
            <a:r>
              <a:rPr sz="2000" b="1" spc="-60" dirty="0">
                <a:solidFill>
                  <a:srgbClr val="DFA06A"/>
                </a:solidFill>
                <a:latin typeface="Arial"/>
                <a:cs typeface="Arial"/>
              </a:rPr>
              <a:t>LIKE</a:t>
            </a:r>
            <a:r>
              <a:rPr sz="2000" b="1" spc="-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950" b="1" spc="-25" dirty="0">
                <a:solidFill>
                  <a:srgbClr val="DFA06A"/>
                </a:solidFill>
                <a:latin typeface="Trebuchet MS"/>
                <a:cs typeface="Trebuchet MS"/>
              </a:rPr>
              <a:t>'</a:t>
            </a:r>
            <a:r>
              <a:rPr sz="1950" spc="-25" dirty="0">
                <a:solidFill>
                  <a:srgbClr val="DFA06A"/>
                </a:solidFill>
                <a:latin typeface="Arial Black"/>
                <a:cs typeface="Arial Black"/>
              </a:rPr>
              <a:t>%</a:t>
            </a:r>
            <a:r>
              <a:rPr sz="1950" b="1" spc="-25" dirty="0">
                <a:solidFill>
                  <a:srgbClr val="DFA06A"/>
                </a:solidFill>
                <a:latin typeface="Trebuchet MS"/>
                <a:cs typeface="Trebuchet MS"/>
              </a:rPr>
              <a:t>'</a:t>
            </a:r>
            <a:endParaRPr sz="1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85"/>
              </a:spcBef>
            </a:pPr>
            <a:endParaRPr sz="1900">
              <a:latin typeface="Trebuchet MS"/>
              <a:cs typeface="Trebuchet MS"/>
            </a:endParaRPr>
          </a:p>
          <a:p>
            <a:pPr marL="260985">
              <a:lnSpc>
                <a:spcPct val="100000"/>
              </a:lnSpc>
            </a:pPr>
            <a:r>
              <a:rPr sz="1650" spc="-125" dirty="0">
                <a:solidFill>
                  <a:srgbClr val="D6ECE9"/>
                </a:solidFill>
                <a:latin typeface="Lucida Sans Unicode"/>
                <a:cs typeface="Lucida Sans Unicode"/>
              </a:rPr>
              <a:t>Pattern</a:t>
            </a:r>
            <a:r>
              <a:rPr sz="1700" spc="-125" dirty="0">
                <a:solidFill>
                  <a:srgbClr val="D6ECE9"/>
                </a:solidFill>
                <a:latin typeface="Lucida Sans Unicode"/>
                <a:cs typeface="Lucida Sans Unicode"/>
              </a:rPr>
              <a:t>-</a:t>
            </a:r>
            <a:r>
              <a:rPr sz="1650" spc="-130" dirty="0">
                <a:solidFill>
                  <a:srgbClr val="D6ECE9"/>
                </a:solidFill>
                <a:latin typeface="Lucida Sans Unicode"/>
                <a:cs typeface="Lucida Sans Unicode"/>
              </a:rPr>
              <a:t>match</a:t>
            </a:r>
            <a:r>
              <a:rPr sz="1650" spc="-14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120" dirty="0">
                <a:solidFill>
                  <a:srgbClr val="D6ECE9"/>
                </a:solidFill>
                <a:latin typeface="Lucida Sans Unicode"/>
                <a:cs typeface="Lucida Sans Unicode"/>
              </a:rPr>
              <a:t>text</a:t>
            </a:r>
            <a:r>
              <a:rPr sz="1650" spc="-9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140" dirty="0">
                <a:solidFill>
                  <a:srgbClr val="D6ECE9"/>
                </a:solidFill>
                <a:latin typeface="Lucida Sans Unicode"/>
                <a:cs typeface="Lucida Sans Unicode"/>
              </a:rPr>
              <a:t>val</a:t>
            </a:r>
            <a:r>
              <a:rPr sz="1650" spc="-35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D6ECE9"/>
                </a:solidFill>
                <a:latin typeface="Lucida Sans Unicode"/>
                <a:cs typeface="Lucida Sans Unicode"/>
              </a:rPr>
              <a:t>ues</a:t>
            </a:r>
            <a:endParaRPr sz="16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260985">
              <a:lnSpc>
                <a:spcPct val="100000"/>
              </a:lnSpc>
            </a:pPr>
            <a:r>
              <a:rPr sz="1450" b="1" spc="-75" dirty="0">
                <a:solidFill>
                  <a:srgbClr val="DFA06A"/>
                </a:solidFill>
                <a:latin typeface="Arial"/>
                <a:cs typeface="Arial"/>
              </a:rPr>
              <a:t>QUERIES</a:t>
            </a:r>
            <a:r>
              <a:rPr sz="1450" b="1" spc="3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450" spc="-50" dirty="0">
                <a:solidFill>
                  <a:srgbClr val="FAFAF6"/>
                </a:solidFill>
                <a:latin typeface="Lucida Sans Unicode"/>
                <a:cs typeface="Lucida Sans Unicode"/>
              </a:rPr>
              <a:t>E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92186" y="2011710"/>
            <a:ext cx="3560445" cy="3108960"/>
          </a:xfrm>
          <a:prstGeom prst="rect">
            <a:avLst/>
          </a:prstGeom>
          <a:solidFill>
            <a:srgbClr val="072529"/>
          </a:solidFill>
          <a:ln w="25400">
            <a:solidFill>
              <a:srgbClr val="C26F3C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69"/>
              </a:spcBef>
            </a:pPr>
            <a:endParaRPr sz="1900">
              <a:latin typeface="Times New Roman"/>
              <a:cs typeface="Times New Roman"/>
            </a:endParaRPr>
          </a:p>
          <a:p>
            <a:pPr marL="266065">
              <a:lnSpc>
                <a:spcPct val="100000"/>
              </a:lnSpc>
              <a:spcBef>
                <a:spcPts val="5"/>
              </a:spcBef>
            </a:pPr>
            <a:r>
              <a:rPr sz="2000" b="1" spc="-65" dirty="0">
                <a:solidFill>
                  <a:srgbClr val="DFA06A"/>
                </a:solidFill>
                <a:latin typeface="Arial"/>
                <a:cs typeface="Arial"/>
              </a:rPr>
              <a:t>COUNT</a:t>
            </a:r>
            <a:r>
              <a:rPr sz="2000" b="1" spc="-21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950" b="1" spc="50" dirty="0">
                <a:solidFill>
                  <a:srgbClr val="DFA06A"/>
                </a:solidFill>
                <a:latin typeface="Trebuchet MS"/>
                <a:cs typeface="Trebuchet MS"/>
              </a:rPr>
              <a:t>/</a:t>
            </a:r>
            <a:r>
              <a:rPr sz="1950" b="1" spc="-190" dirty="0">
                <a:solidFill>
                  <a:srgbClr val="DFA06A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DFA06A"/>
                </a:solidFill>
                <a:latin typeface="Arial"/>
                <a:cs typeface="Arial"/>
              </a:rPr>
              <a:t>SUM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900">
              <a:latin typeface="Arial"/>
              <a:cs typeface="Arial"/>
            </a:endParaRPr>
          </a:p>
          <a:p>
            <a:pPr marL="266065">
              <a:lnSpc>
                <a:spcPts val="1939"/>
              </a:lnSpc>
            </a:pPr>
            <a:r>
              <a:rPr sz="1650" spc="-95" dirty="0">
                <a:solidFill>
                  <a:srgbClr val="D6ECE9"/>
                </a:solidFill>
                <a:latin typeface="Lucida Sans Unicode"/>
                <a:cs typeface="Lucida Sans Unicode"/>
              </a:rPr>
              <a:t>Aggregate</a:t>
            </a:r>
            <a:r>
              <a:rPr sz="1650" spc="-19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105" dirty="0">
                <a:solidFill>
                  <a:srgbClr val="D6ECE9"/>
                </a:solidFill>
                <a:latin typeface="Lucida Sans Unicode"/>
                <a:cs typeface="Lucida Sans Unicode"/>
              </a:rPr>
              <a:t>many</a:t>
            </a:r>
            <a:r>
              <a:rPr sz="1650" spc="-19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90" dirty="0">
                <a:solidFill>
                  <a:srgbClr val="D6ECE9"/>
                </a:solidFill>
                <a:latin typeface="Lucida Sans Unicode"/>
                <a:cs typeface="Lucida Sans Unicode"/>
              </a:rPr>
              <a:t>rows</a:t>
            </a:r>
            <a:r>
              <a:rPr sz="1650" spc="-19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135" dirty="0">
                <a:solidFill>
                  <a:srgbClr val="D6ECE9"/>
                </a:solidFill>
                <a:latin typeface="Lucida Sans Unicode"/>
                <a:cs typeface="Lucida Sans Unicode"/>
              </a:rPr>
              <a:t>into</a:t>
            </a:r>
            <a:r>
              <a:rPr sz="1650" spc="-13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D6ECE9"/>
                </a:solidFill>
                <a:latin typeface="Lucida Sans Unicode"/>
                <a:cs typeface="Lucida Sans Unicode"/>
              </a:rPr>
              <a:t>one</a:t>
            </a:r>
            <a:endParaRPr sz="1650">
              <a:latin typeface="Lucida Sans Unicode"/>
              <a:cs typeface="Lucida Sans Unicode"/>
            </a:endParaRPr>
          </a:p>
          <a:p>
            <a:pPr marL="266065">
              <a:lnSpc>
                <a:spcPts val="1939"/>
              </a:lnSpc>
            </a:pPr>
            <a:r>
              <a:rPr sz="1650" spc="-10" dirty="0">
                <a:solidFill>
                  <a:srgbClr val="D6ECE9"/>
                </a:solidFill>
                <a:latin typeface="Lucida Sans Unicode"/>
                <a:cs typeface="Lucida Sans Unicode"/>
              </a:rPr>
              <a:t>number</a:t>
            </a:r>
            <a:endParaRPr sz="16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266065">
              <a:lnSpc>
                <a:spcPct val="100000"/>
              </a:lnSpc>
            </a:pPr>
            <a:r>
              <a:rPr sz="1450" b="1" spc="-75" dirty="0">
                <a:solidFill>
                  <a:srgbClr val="DFA06A"/>
                </a:solidFill>
                <a:latin typeface="Arial"/>
                <a:cs typeface="Arial"/>
              </a:rPr>
              <a:t>QUERIES</a:t>
            </a:r>
            <a:r>
              <a:rPr sz="1450" b="1" spc="6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450" spc="-75" dirty="0">
                <a:solidFill>
                  <a:srgbClr val="FAFAF6"/>
                </a:solidFill>
                <a:latin typeface="Lucida Sans Unicode"/>
                <a:cs typeface="Lucida Sans Unicode"/>
              </a:rPr>
              <a:t>C</a:t>
            </a:r>
            <a:r>
              <a:rPr sz="1350" spc="-75" dirty="0">
                <a:solidFill>
                  <a:srgbClr val="FAFAF6"/>
                </a:solidFill>
                <a:latin typeface="Lucida Sans Unicode"/>
                <a:cs typeface="Lucida Sans Unicode"/>
              </a:rPr>
              <a:t>,</a:t>
            </a:r>
            <a:r>
              <a:rPr sz="1350" spc="-120" dirty="0">
                <a:solidFill>
                  <a:srgbClr val="FAFAF6"/>
                </a:solidFill>
                <a:latin typeface="Lucida Sans Unicode"/>
                <a:cs typeface="Lucida Sans Unicode"/>
              </a:rPr>
              <a:t> </a:t>
            </a:r>
            <a:r>
              <a:rPr sz="1450" spc="-60" dirty="0">
                <a:solidFill>
                  <a:srgbClr val="FAFAF6"/>
                </a:solidFill>
                <a:latin typeface="Lucida Sans Unicode"/>
                <a:cs typeface="Lucida Sans Unicode"/>
              </a:rPr>
              <a:t>F</a:t>
            </a:r>
            <a:r>
              <a:rPr sz="1350" spc="-60" dirty="0">
                <a:solidFill>
                  <a:srgbClr val="FAFAF6"/>
                </a:solidFill>
                <a:latin typeface="Lucida Sans Unicode"/>
                <a:cs typeface="Lucida Sans Unicode"/>
              </a:rPr>
              <a:t>,</a:t>
            </a:r>
            <a:r>
              <a:rPr sz="1350" spc="-120" dirty="0">
                <a:solidFill>
                  <a:srgbClr val="FAFAF6"/>
                </a:solidFill>
                <a:latin typeface="Lucida Sans Unicode"/>
                <a:cs typeface="Lucida Sans Unicode"/>
              </a:rPr>
              <a:t> </a:t>
            </a:r>
            <a:r>
              <a:rPr sz="1450" spc="-65" dirty="0">
                <a:solidFill>
                  <a:srgbClr val="FAFAF6"/>
                </a:solidFill>
                <a:latin typeface="Lucida Sans Unicode"/>
                <a:cs typeface="Lucida Sans Unicode"/>
              </a:rPr>
              <a:t>L</a:t>
            </a:r>
            <a:r>
              <a:rPr sz="1350" spc="-65" dirty="0">
                <a:solidFill>
                  <a:srgbClr val="FAFAF6"/>
                </a:solidFill>
                <a:latin typeface="Lucida Sans Unicode"/>
                <a:cs typeface="Lucida Sans Unicode"/>
              </a:rPr>
              <a:t>,</a:t>
            </a:r>
            <a:r>
              <a:rPr sz="1350" spc="-120" dirty="0">
                <a:solidFill>
                  <a:srgbClr val="FAFAF6"/>
                </a:solidFill>
                <a:latin typeface="Lucida Sans Unicode"/>
                <a:cs typeface="Lucida Sans Unicode"/>
              </a:rPr>
              <a:t> </a:t>
            </a:r>
            <a:r>
              <a:rPr sz="1450" spc="-50" dirty="0">
                <a:solidFill>
                  <a:srgbClr val="FAFAF6"/>
                </a:solidFill>
                <a:latin typeface="Lucida Sans Unicode"/>
                <a:cs typeface="Lucida Sans Unicode"/>
              </a:rPr>
              <a:t>M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3453" y="5388945"/>
            <a:ext cx="3560445" cy="3108960"/>
          </a:xfrm>
          <a:prstGeom prst="rect">
            <a:avLst/>
          </a:prstGeom>
          <a:solidFill>
            <a:srgbClr val="072529"/>
          </a:solidFill>
          <a:ln w="25400">
            <a:solidFill>
              <a:srgbClr val="C26F3C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0"/>
              </a:spcBef>
            </a:pPr>
            <a:endParaRPr sz="1900">
              <a:latin typeface="Times New Roman"/>
              <a:cs typeface="Times New Roman"/>
            </a:endParaRPr>
          </a:p>
          <a:p>
            <a:pPr marL="263525">
              <a:lnSpc>
                <a:spcPct val="100000"/>
              </a:lnSpc>
            </a:pPr>
            <a:r>
              <a:rPr sz="2000" b="1" spc="-120" dirty="0">
                <a:solidFill>
                  <a:srgbClr val="DFA06A"/>
                </a:solidFill>
                <a:latin typeface="Arial"/>
                <a:cs typeface="Arial"/>
              </a:rPr>
              <a:t>GROUP </a:t>
            </a:r>
            <a:r>
              <a:rPr sz="2000" b="1" spc="-25" dirty="0">
                <a:solidFill>
                  <a:srgbClr val="DFA06A"/>
                </a:solidFill>
                <a:latin typeface="Arial"/>
                <a:cs typeface="Arial"/>
              </a:rPr>
              <a:t>BY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1900">
              <a:latin typeface="Arial"/>
              <a:cs typeface="Arial"/>
            </a:endParaRPr>
          </a:p>
          <a:p>
            <a:pPr marL="263525">
              <a:lnSpc>
                <a:spcPct val="100000"/>
              </a:lnSpc>
            </a:pPr>
            <a:r>
              <a:rPr sz="1650" spc="-80" dirty="0">
                <a:solidFill>
                  <a:srgbClr val="D6ECE9"/>
                </a:solidFill>
                <a:latin typeface="Lucida Sans Unicode"/>
                <a:cs typeface="Lucida Sans Unicode"/>
              </a:rPr>
              <a:t>Bucket</a:t>
            </a:r>
            <a:r>
              <a:rPr sz="1650" spc="-22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65" dirty="0">
                <a:solidFill>
                  <a:srgbClr val="D6ECE9"/>
                </a:solidFill>
                <a:latin typeface="Lucida Sans Unicode"/>
                <a:cs typeface="Lucida Sans Unicode"/>
              </a:rPr>
              <a:t>rows</a:t>
            </a:r>
            <a:r>
              <a:rPr sz="1650" spc="-18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90" dirty="0">
                <a:solidFill>
                  <a:srgbClr val="D6ECE9"/>
                </a:solidFill>
                <a:latin typeface="Lucida Sans Unicode"/>
                <a:cs typeface="Lucida Sans Unicode"/>
              </a:rPr>
              <a:t>before</a:t>
            </a:r>
            <a:r>
              <a:rPr sz="1650" spc="-18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30" dirty="0">
                <a:solidFill>
                  <a:srgbClr val="D6ECE9"/>
                </a:solidFill>
                <a:latin typeface="Lucida Sans Unicode"/>
                <a:cs typeface="Lucida Sans Unicode"/>
              </a:rPr>
              <a:t>aggregating</a:t>
            </a:r>
            <a:endParaRPr sz="16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705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263525">
              <a:lnSpc>
                <a:spcPct val="100000"/>
              </a:lnSpc>
            </a:pPr>
            <a:r>
              <a:rPr sz="1450" b="1" spc="-75" dirty="0">
                <a:solidFill>
                  <a:srgbClr val="DFA06A"/>
                </a:solidFill>
                <a:latin typeface="Arial"/>
                <a:cs typeface="Arial"/>
              </a:rPr>
              <a:t>QUERIES</a:t>
            </a:r>
            <a:r>
              <a:rPr sz="1450" b="1" spc="4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450" spc="-65" dirty="0">
                <a:solidFill>
                  <a:srgbClr val="FAFAF6"/>
                </a:solidFill>
                <a:latin typeface="Lucida Sans Unicode"/>
                <a:cs typeface="Lucida Sans Unicode"/>
              </a:rPr>
              <a:t>L</a:t>
            </a:r>
            <a:r>
              <a:rPr sz="1350" spc="-65" dirty="0">
                <a:solidFill>
                  <a:srgbClr val="FAFAF6"/>
                </a:solidFill>
                <a:latin typeface="Lucida Sans Unicode"/>
                <a:cs typeface="Lucida Sans Unicode"/>
              </a:rPr>
              <a:t>,</a:t>
            </a:r>
            <a:r>
              <a:rPr sz="1350" spc="-120" dirty="0">
                <a:solidFill>
                  <a:srgbClr val="FAFAF6"/>
                </a:solidFill>
                <a:latin typeface="Lucida Sans Unicode"/>
                <a:cs typeface="Lucida Sans Unicode"/>
              </a:rPr>
              <a:t> </a:t>
            </a:r>
            <a:r>
              <a:rPr sz="1450" spc="-50" dirty="0">
                <a:solidFill>
                  <a:srgbClr val="FAFAF6"/>
                </a:solidFill>
                <a:latin typeface="Lucida Sans Unicode"/>
                <a:cs typeface="Lucida Sans Unicode"/>
              </a:rPr>
              <a:t>M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33030" y="5388945"/>
            <a:ext cx="3560445" cy="3108960"/>
          </a:xfrm>
          <a:prstGeom prst="rect">
            <a:avLst/>
          </a:prstGeom>
          <a:solidFill>
            <a:srgbClr val="072529"/>
          </a:solidFill>
          <a:ln w="25400">
            <a:solidFill>
              <a:srgbClr val="C26F3C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0"/>
              </a:spcBef>
            </a:pPr>
            <a:endParaRPr sz="1900">
              <a:latin typeface="Times New Roman"/>
              <a:cs typeface="Times New Roman"/>
            </a:endParaRPr>
          </a:p>
          <a:p>
            <a:pPr marL="255904">
              <a:lnSpc>
                <a:spcPct val="100000"/>
              </a:lnSpc>
            </a:pPr>
            <a:r>
              <a:rPr sz="2000" b="1" spc="-135" dirty="0">
                <a:solidFill>
                  <a:srgbClr val="DFA06A"/>
                </a:solidFill>
                <a:latin typeface="Arial"/>
                <a:cs typeface="Arial"/>
              </a:rPr>
              <a:t>ORDER</a:t>
            </a:r>
            <a:r>
              <a:rPr sz="2000" b="1" spc="-15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2000" b="1" spc="-25" dirty="0">
                <a:solidFill>
                  <a:srgbClr val="DFA06A"/>
                </a:solidFill>
                <a:latin typeface="Arial"/>
                <a:cs typeface="Arial"/>
              </a:rPr>
              <a:t>BY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900">
              <a:latin typeface="Arial"/>
              <a:cs typeface="Arial"/>
            </a:endParaRPr>
          </a:p>
          <a:p>
            <a:pPr marL="255904">
              <a:lnSpc>
                <a:spcPts val="1939"/>
              </a:lnSpc>
            </a:pPr>
            <a:r>
              <a:rPr sz="1650" spc="-80" dirty="0">
                <a:solidFill>
                  <a:srgbClr val="D6ECE9"/>
                </a:solidFill>
                <a:latin typeface="Lucida Sans Unicode"/>
                <a:cs typeface="Lucida Sans Unicode"/>
              </a:rPr>
              <a:t>Sort</a:t>
            </a:r>
            <a:r>
              <a:rPr sz="1650" spc="-10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110" dirty="0">
                <a:solidFill>
                  <a:srgbClr val="D6ECE9"/>
                </a:solidFill>
                <a:latin typeface="Lucida Sans Unicode"/>
                <a:cs typeface="Lucida Sans Unicode"/>
              </a:rPr>
              <a:t>results</a:t>
            </a:r>
            <a:r>
              <a:rPr sz="1650" spc="-17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114" dirty="0">
                <a:solidFill>
                  <a:srgbClr val="D6ECE9"/>
                </a:solidFill>
                <a:latin typeface="Lucida Sans Unicode"/>
                <a:cs typeface="Lucida Sans Unicode"/>
              </a:rPr>
              <a:t>ascending</a:t>
            </a:r>
            <a:r>
              <a:rPr sz="1650" spc="-19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25" dirty="0">
                <a:solidFill>
                  <a:srgbClr val="D6ECE9"/>
                </a:solidFill>
                <a:latin typeface="Lucida Sans Unicode"/>
                <a:cs typeface="Lucida Sans Unicode"/>
              </a:rPr>
              <a:t>or</a:t>
            </a:r>
            <a:endParaRPr sz="1650">
              <a:latin typeface="Lucida Sans Unicode"/>
              <a:cs typeface="Lucida Sans Unicode"/>
            </a:endParaRPr>
          </a:p>
          <a:p>
            <a:pPr marL="255904">
              <a:lnSpc>
                <a:spcPts val="1939"/>
              </a:lnSpc>
            </a:pPr>
            <a:r>
              <a:rPr sz="165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descending</a:t>
            </a:r>
            <a:endParaRPr sz="16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255904">
              <a:lnSpc>
                <a:spcPct val="100000"/>
              </a:lnSpc>
            </a:pPr>
            <a:r>
              <a:rPr sz="1450" b="1" spc="-75" dirty="0">
                <a:solidFill>
                  <a:srgbClr val="DFA06A"/>
                </a:solidFill>
                <a:latin typeface="Arial"/>
                <a:cs typeface="Arial"/>
              </a:rPr>
              <a:t>QUERIES</a:t>
            </a:r>
            <a:r>
              <a:rPr sz="1450" b="1" spc="5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450" spc="-160" dirty="0">
                <a:solidFill>
                  <a:srgbClr val="FAFAF6"/>
                </a:solidFill>
                <a:latin typeface="Lucida Sans Unicode"/>
                <a:cs typeface="Lucida Sans Unicode"/>
              </a:rPr>
              <a:t>H</a:t>
            </a:r>
            <a:r>
              <a:rPr sz="1350" spc="-160" dirty="0">
                <a:solidFill>
                  <a:srgbClr val="FAFAF6"/>
                </a:solidFill>
                <a:latin typeface="Lucida Sans Unicode"/>
                <a:cs typeface="Lucida Sans Unicode"/>
              </a:rPr>
              <a:t>,</a:t>
            </a:r>
            <a:r>
              <a:rPr sz="1350" spc="-20" dirty="0">
                <a:solidFill>
                  <a:srgbClr val="FAFAF6"/>
                </a:solidFill>
                <a:latin typeface="Lucida Sans Unicode"/>
                <a:cs typeface="Lucida Sans Unicode"/>
              </a:rPr>
              <a:t> </a:t>
            </a:r>
            <a:r>
              <a:rPr sz="1450" spc="-135" dirty="0">
                <a:solidFill>
                  <a:srgbClr val="FAFAF6"/>
                </a:solidFill>
                <a:latin typeface="Lucida Sans Unicode"/>
                <a:cs typeface="Lucida Sans Unicode"/>
              </a:rPr>
              <a:t>I</a:t>
            </a:r>
            <a:r>
              <a:rPr sz="1350" spc="-135" dirty="0">
                <a:solidFill>
                  <a:srgbClr val="FAFAF6"/>
                </a:solidFill>
                <a:latin typeface="Lucida Sans Unicode"/>
                <a:cs typeface="Lucida Sans Unicode"/>
              </a:rPr>
              <a:t>,</a:t>
            </a:r>
            <a:r>
              <a:rPr sz="1350" spc="-120" dirty="0">
                <a:solidFill>
                  <a:srgbClr val="FAFAF6"/>
                </a:solidFill>
                <a:latin typeface="Lucida Sans Unicode"/>
                <a:cs typeface="Lucida Sans Unicode"/>
              </a:rPr>
              <a:t> </a:t>
            </a:r>
            <a:r>
              <a:rPr sz="1450" spc="210" dirty="0">
                <a:solidFill>
                  <a:srgbClr val="FAFAF6"/>
                </a:solidFill>
                <a:latin typeface="Lucida Sans Unicode"/>
                <a:cs typeface="Lucida Sans Unicode"/>
              </a:rPr>
              <a:t>J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12608" y="5388945"/>
            <a:ext cx="3560445" cy="3108960"/>
          </a:xfrm>
          <a:prstGeom prst="rect">
            <a:avLst/>
          </a:prstGeom>
          <a:solidFill>
            <a:srgbClr val="072529"/>
          </a:solidFill>
          <a:ln w="25400">
            <a:solidFill>
              <a:srgbClr val="C26F3C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0"/>
              </a:spcBef>
            </a:pPr>
            <a:endParaRPr sz="1900">
              <a:latin typeface="Times New Roman"/>
              <a:cs typeface="Times New Roman"/>
            </a:endParaRPr>
          </a:p>
          <a:p>
            <a:pPr marL="260985">
              <a:lnSpc>
                <a:spcPct val="100000"/>
              </a:lnSpc>
            </a:pPr>
            <a:r>
              <a:rPr sz="2000" b="1" spc="-25" dirty="0">
                <a:solidFill>
                  <a:srgbClr val="DFA06A"/>
                </a:solidFill>
                <a:latin typeface="Arial"/>
                <a:cs typeface="Arial"/>
              </a:rPr>
              <a:t>LIMIT</a:t>
            </a:r>
            <a:r>
              <a:rPr sz="2000" b="1" spc="-110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950" b="1" spc="50" dirty="0">
                <a:solidFill>
                  <a:srgbClr val="DFA06A"/>
                </a:solidFill>
                <a:latin typeface="Trebuchet MS"/>
                <a:cs typeface="Trebuchet MS"/>
              </a:rPr>
              <a:t>/</a:t>
            </a:r>
            <a:r>
              <a:rPr sz="1950" b="1" spc="-190" dirty="0">
                <a:solidFill>
                  <a:srgbClr val="DFA06A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DFA06A"/>
                </a:solidFill>
                <a:latin typeface="Arial"/>
                <a:cs typeface="Arial"/>
              </a:rPr>
              <a:t>OFFSET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1900">
              <a:latin typeface="Arial"/>
              <a:cs typeface="Arial"/>
            </a:endParaRPr>
          </a:p>
          <a:p>
            <a:pPr marL="260985">
              <a:lnSpc>
                <a:spcPct val="100000"/>
              </a:lnSpc>
            </a:pPr>
            <a:r>
              <a:rPr sz="1650" spc="-65" dirty="0">
                <a:solidFill>
                  <a:srgbClr val="D6ECE9"/>
                </a:solidFill>
                <a:latin typeface="Lucida Sans Unicode"/>
                <a:cs typeface="Lucida Sans Unicode"/>
              </a:rPr>
              <a:t>Cap</a:t>
            </a:r>
            <a:r>
              <a:rPr sz="1650" spc="-26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110" dirty="0">
                <a:solidFill>
                  <a:srgbClr val="D6ECE9"/>
                </a:solidFill>
                <a:latin typeface="Lucida Sans Unicode"/>
                <a:cs typeface="Lucida Sans Unicode"/>
              </a:rPr>
              <a:t>results</a:t>
            </a:r>
            <a:r>
              <a:rPr sz="1650" spc="-20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105" dirty="0">
                <a:solidFill>
                  <a:srgbClr val="D6ECE9"/>
                </a:solidFill>
                <a:latin typeface="Lucida Sans Unicode"/>
                <a:cs typeface="Lucida Sans Unicode"/>
              </a:rPr>
              <a:t>or</a:t>
            </a:r>
            <a:r>
              <a:rPr sz="1650" spc="-9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114" dirty="0">
                <a:solidFill>
                  <a:srgbClr val="D6ECE9"/>
                </a:solidFill>
                <a:latin typeface="Lucida Sans Unicode"/>
                <a:cs typeface="Lucida Sans Unicode"/>
              </a:rPr>
              <a:t>page</a:t>
            </a:r>
            <a:r>
              <a:rPr sz="1650" spc="-204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140" dirty="0">
                <a:solidFill>
                  <a:srgbClr val="D6ECE9"/>
                </a:solidFill>
                <a:latin typeface="Lucida Sans Unicode"/>
                <a:cs typeface="Lucida Sans Unicode"/>
              </a:rPr>
              <a:t>through</a:t>
            </a:r>
            <a:r>
              <a:rPr sz="1650" spc="-6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20" dirty="0">
                <a:solidFill>
                  <a:srgbClr val="D6ECE9"/>
                </a:solidFill>
                <a:latin typeface="Lucida Sans Unicode"/>
                <a:cs typeface="Lucida Sans Unicode"/>
              </a:rPr>
              <a:t>them</a:t>
            </a:r>
            <a:endParaRPr sz="16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705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260985">
              <a:lnSpc>
                <a:spcPct val="100000"/>
              </a:lnSpc>
            </a:pPr>
            <a:r>
              <a:rPr sz="1450" b="1" spc="-75" dirty="0">
                <a:solidFill>
                  <a:srgbClr val="DFA06A"/>
                </a:solidFill>
                <a:latin typeface="Arial"/>
                <a:cs typeface="Arial"/>
              </a:rPr>
              <a:t>QUERIES</a:t>
            </a:r>
            <a:r>
              <a:rPr sz="1450" b="1" spc="5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450" spc="-105" dirty="0">
                <a:solidFill>
                  <a:srgbClr val="FAFAF6"/>
                </a:solidFill>
                <a:latin typeface="Lucida Sans Unicode"/>
                <a:cs typeface="Lucida Sans Unicode"/>
              </a:rPr>
              <a:t>G</a:t>
            </a:r>
            <a:r>
              <a:rPr sz="1350" spc="-105" dirty="0">
                <a:solidFill>
                  <a:srgbClr val="FAFAF6"/>
                </a:solidFill>
                <a:latin typeface="Lucida Sans Unicode"/>
                <a:cs typeface="Lucida Sans Unicode"/>
              </a:rPr>
              <a:t>,</a:t>
            </a:r>
            <a:r>
              <a:rPr sz="1350" spc="-120" dirty="0">
                <a:solidFill>
                  <a:srgbClr val="FAFAF6"/>
                </a:solidFill>
                <a:latin typeface="Lucida Sans Unicode"/>
                <a:cs typeface="Lucida Sans Unicode"/>
              </a:rPr>
              <a:t> </a:t>
            </a:r>
            <a:r>
              <a:rPr sz="1450" spc="-110" dirty="0">
                <a:solidFill>
                  <a:srgbClr val="FAFAF6"/>
                </a:solidFill>
                <a:latin typeface="Lucida Sans Unicode"/>
                <a:cs typeface="Lucida Sans Unicode"/>
              </a:rPr>
              <a:t>H</a:t>
            </a:r>
            <a:r>
              <a:rPr sz="1350" spc="-110" dirty="0">
                <a:solidFill>
                  <a:srgbClr val="FAFAF6"/>
                </a:solidFill>
                <a:latin typeface="Lucida Sans Unicode"/>
                <a:cs typeface="Lucida Sans Unicode"/>
              </a:rPr>
              <a:t>,</a:t>
            </a:r>
            <a:r>
              <a:rPr sz="1350" spc="-120" dirty="0">
                <a:solidFill>
                  <a:srgbClr val="FAFAF6"/>
                </a:solidFill>
                <a:latin typeface="Lucida Sans Unicode"/>
                <a:cs typeface="Lucida Sans Unicode"/>
              </a:rPr>
              <a:t> </a:t>
            </a:r>
            <a:r>
              <a:rPr sz="1450" spc="-50" dirty="0">
                <a:solidFill>
                  <a:srgbClr val="FAFAF6"/>
                </a:solidFill>
                <a:latin typeface="Lucida Sans Unicode"/>
                <a:cs typeface="Lucida Sans Unicode"/>
              </a:rPr>
              <a:t>I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92186" y="5388945"/>
            <a:ext cx="3560445" cy="3108960"/>
          </a:xfrm>
          <a:prstGeom prst="rect">
            <a:avLst/>
          </a:prstGeom>
          <a:solidFill>
            <a:srgbClr val="072529"/>
          </a:solidFill>
          <a:ln w="25400">
            <a:solidFill>
              <a:srgbClr val="C26F3C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80"/>
              </a:spcBef>
            </a:pPr>
            <a:endParaRPr sz="1900">
              <a:latin typeface="Times New Roman"/>
              <a:cs typeface="Times New Roman"/>
            </a:endParaRPr>
          </a:p>
          <a:p>
            <a:pPr marL="266065">
              <a:lnSpc>
                <a:spcPct val="100000"/>
              </a:lnSpc>
            </a:pPr>
            <a:r>
              <a:rPr sz="2000" b="1" spc="-65" dirty="0">
                <a:solidFill>
                  <a:srgbClr val="DFA06A"/>
                </a:solidFill>
                <a:latin typeface="Arial"/>
                <a:cs typeface="Arial"/>
              </a:rPr>
              <a:t>JOIN</a:t>
            </a:r>
            <a:r>
              <a:rPr sz="2000" b="1" spc="-10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950" b="1" spc="-195" dirty="0">
                <a:solidFill>
                  <a:srgbClr val="DFA06A"/>
                </a:solidFill>
                <a:latin typeface="Trebuchet MS"/>
                <a:cs typeface="Trebuchet MS"/>
              </a:rPr>
              <a:t>...</a:t>
            </a:r>
            <a:r>
              <a:rPr sz="1950" b="1" spc="-160" dirty="0">
                <a:solidFill>
                  <a:srgbClr val="DFA06A"/>
                </a:solidFill>
                <a:latin typeface="Trebuchet MS"/>
                <a:cs typeface="Trebuchet MS"/>
              </a:rPr>
              <a:t> </a:t>
            </a:r>
            <a:r>
              <a:rPr sz="2000" b="1" spc="-25" dirty="0">
                <a:solidFill>
                  <a:srgbClr val="DFA06A"/>
                </a:solidFill>
                <a:latin typeface="Arial"/>
                <a:cs typeface="Arial"/>
              </a:rPr>
              <a:t>ON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1900">
              <a:latin typeface="Arial"/>
              <a:cs typeface="Arial"/>
            </a:endParaRPr>
          </a:p>
          <a:p>
            <a:pPr marL="266065">
              <a:lnSpc>
                <a:spcPct val="100000"/>
              </a:lnSpc>
            </a:pPr>
            <a:r>
              <a:rPr sz="1650" spc="-125" dirty="0">
                <a:solidFill>
                  <a:srgbClr val="D6ECE9"/>
                </a:solidFill>
                <a:latin typeface="Lucida Sans Unicode"/>
                <a:cs typeface="Lucida Sans Unicode"/>
              </a:rPr>
              <a:t>Combine</a:t>
            </a:r>
            <a:r>
              <a:rPr sz="1650" spc="-190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70" dirty="0">
                <a:solidFill>
                  <a:srgbClr val="D6ECE9"/>
                </a:solidFill>
                <a:latin typeface="Lucida Sans Unicode"/>
                <a:cs typeface="Lucida Sans Unicode"/>
              </a:rPr>
              <a:t>two</a:t>
            </a:r>
            <a:r>
              <a:rPr sz="1650" spc="-23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105" dirty="0">
                <a:solidFill>
                  <a:srgbClr val="D6ECE9"/>
                </a:solidFill>
                <a:latin typeface="Lucida Sans Unicode"/>
                <a:cs typeface="Lucida Sans Unicode"/>
              </a:rPr>
              <a:t>related</a:t>
            </a:r>
            <a:r>
              <a:rPr sz="1650" spc="-85" dirty="0">
                <a:solidFill>
                  <a:srgbClr val="D6ECE9"/>
                </a:solidFill>
                <a:latin typeface="Lucida Sans Unicode"/>
                <a:cs typeface="Lucida Sans Unicode"/>
              </a:rPr>
              <a:t> </a:t>
            </a:r>
            <a:r>
              <a:rPr sz="1650" spc="-10" dirty="0">
                <a:solidFill>
                  <a:srgbClr val="D6ECE9"/>
                </a:solidFill>
                <a:latin typeface="Lucida Sans Unicode"/>
                <a:cs typeface="Lucida Sans Unicode"/>
              </a:rPr>
              <a:t>tables</a:t>
            </a:r>
            <a:endParaRPr sz="16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705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266065">
              <a:lnSpc>
                <a:spcPct val="100000"/>
              </a:lnSpc>
            </a:pPr>
            <a:r>
              <a:rPr sz="1450" b="1" spc="-75" dirty="0">
                <a:solidFill>
                  <a:srgbClr val="DFA06A"/>
                </a:solidFill>
                <a:latin typeface="Arial"/>
                <a:cs typeface="Arial"/>
              </a:rPr>
              <a:t>QUERIES</a:t>
            </a:r>
            <a:r>
              <a:rPr sz="1450" b="1" spc="65" dirty="0">
                <a:solidFill>
                  <a:srgbClr val="DFA06A"/>
                </a:solidFill>
                <a:latin typeface="Arial"/>
                <a:cs typeface="Arial"/>
              </a:rPr>
              <a:t> </a:t>
            </a:r>
            <a:r>
              <a:rPr sz="1450" spc="-105" dirty="0">
                <a:solidFill>
                  <a:srgbClr val="FAFAF6"/>
                </a:solidFill>
                <a:latin typeface="Lucida Sans Unicode"/>
                <a:cs typeface="Lucida Sans Unicode"/>
              </a:rPr>
              <a:t>K</a:t>
            </a:r>
            <a:r>
              <a:rPr sz="1350" spc="-105" dirty="0">
                <a:solidFill>
                  <a:srgbClr val="FAFAF6"/>
                </a:solidFill>
                <a:latin typeface="Lucida Sans Unicode"/>
                <a:cs typeface="Lucida Sans Unicode"/>
              </a:rPr>
              <a:t>,</a:t>
            </a:r>
            <a:r>
              <a:rPr sz="1350" spc="-120" dirty="0">
                <a:solidFill>
                  <a:srgbClr val="FAFAF6"/>
                </a:solidFill>
                <a:latin typeface="Lucida Sans Unicode"/>
                <a:cs typeface="Lucida Sans Unicode"/>
              </a:rPr>
              <a:t> </a:t>
            </a:r>
            <a:r>
              <a:rPr sz="1450" spc="-65" dirty="0">
                <a:solidFill>
                  <a:srgbClr val="FAFAF6"/>
                </a:solidFill>
                <a:latin typeface="Lucida Sans Unicode"/>
                <a:cs typeface="Lucida Sans Unicode"/>
              </a:rPr>
              <a:t>L</a:t>
            </a:r>
            <a:r>
              <a:rPr sz="1350" spc="-65" dirty="0">
                <a:solidFill>
                  <a:srgbClr val="FAFAF6"/>
                </a:solidFill>
                <a:latin typeface="Lucida Sans Unicode"/>
                <a:cs typeface="Lucida Sans Unicode"/>
              </a:rPr>
              <a:t>,</a:t>
            </a:r>
            <a:r>
              <a:rPr sz="1350" spc="-120" dirty="0">
                <a:solidFill>
                  <a:srgbClr val="FAFAF6"/>
                </a:solidFill>
                <a:latin typeface="Lucida Sans Unicode"/>
                <a:cs typeface="Lucida Sans Unicode"/>
              </a:rPr>
              <a:t> </a:t>
            </a:r>
            <a:r>
              <a:rPr sz="1450" spc="-50" dirty="0">
                <a:solidFill>
                  <a:srgbClr val="FAFAF6"/>
                </a:solidFill>
                <a:latin typeface="Lucida Sans Unicode"/>
                <a:cs typeface="Lucida Sans Unicode"/>
              </a:rPr>
              <a:t>M</a:t>
            </a:r>
            <a:endParaRPr sz="1450">
              <a:latin typeface="Lucida Sans Unicode"/>
              <a:cs typeface="Lucida Sans Unicode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0577" y="8567297"/>
            <a:ext cx="2133795" cy="205779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4269423" y="8548796"/>
            <a:ext cx="320675" cy="181610"/>
            <a:chOff x="4269423" y="8548796"/>
            <a:chExt cx="320675" cy="18161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9423" y="8548796"/>
              <a:ext cx="97302" cy="9229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6431" y="8580316"/>
              <a:ext cx="183115" cy="150012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37084" y="8613734"/>
            <a:ext cx="107967" cy="116594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4799759" y="8567244"/>
            <a:ext cx="1995805" cy="163195"/>
            <a:chOff x="4799759" y="8567244"/>
            <a:chExt cx="1995805" cy="163195"/>
          </a:xfrm>
        </p:grpSpPr>
        <p:sp>
          <p:nvSpPr>
            <p:cNvPr id="18" name="object 18"/>
            <p:cNvSpPr/>
            <p:nvPr/>
          </p:nvSpPr>
          <p:spPr>
            <a:xfrm>
              <a:off x="4799749" y="8567305"/>
              <a:ext cx="478155" cy="163195"/>
            </a:xfrm>
            <a:custGeom>
              <a:avLst/>
              <a:gdLst/>
              <a:ahLst/>
              <a:cxnLst/>
              <a:rect l="l" t="t" r="r" b="b"/>
              <a:pathLst>
                <a:path w="478154" h="163195">
                  <a:moveTo>
                    <a:pt x="181927" y="69430"/>
                  </a:moveTo>
                  <a:lnTo>
                    <a:pt x="177812" y="57696"/>
                  </a:lnTo>
                  <a:lnTo>
                    <a:pt x="174320" y="53416"/>
                  </a:lnTo>
                  <a:lnTo>
                    <a:pt x="164401" y="47993"/>
                  </a:lnTo>
                  <a:lnTo>
                    <a:pt x="158750" y="46647"/>
                  </a:lnTo>
                  <a:lnTo>
                    <a:pt x="144030" y="46647"/>
                  </a:lnTo>
                  <a:lnTo>
                    <a:pt x="109435" y="70891"/>
                  </a:lnTo>
                  <a:lnTo>
                    <a:pt x="109004" y="70891"/>
                  </a:lnTo>
                  <a:lnTo>
                    <a:pt x="108864" y="62992"/>
                  </a:lnTo>
                  <a:lnTo>
                    <a:pt x="106375" y="56972"/>
                  </a:lnTo>
                  <a:lnTo>
                    <a:pt x="96710" y="48717"/>
                  </a:lnTo>
                  <a:lnTo>
                    <a:pt x="90347" y="46647"/>
                  </a:lnTo>
                  <a:lnTo>
                    <a:pt x="74891" y="46647"/>
                  </a:lnTo>
                  <a:lnTo>
                    <a:pt x="67716" y="48475"/>
                  </a:lnTo>
                  <a:lnTo>
                    <a:pt x="54190" y="55753"/>
                  </a:lnTo>
                  <a:lnTo>
                    <a:pt x="48006" y="61023"/>
                  </a:lnTo>
                  <a:lnTo>
                    <a:pt x="42379" y="67945"/>
                  </a:lnTo>
                  <a:lnTo>
                    <a:pt x="41910" y="67945"/>
                  </a:lnTo>
                  <a:lnTo>
                    <a:pt x="45707" y="49276"/>
                  </a:lnTo>
                  <a:lnTo>
                    <a:pt x="27838" y="49276"/>
                  </a:lnTo>
                  <a:lnTo>
                    <a:pt x="0" y="160604"/>
                  </a:lnTo>
                  <a:lnTo>
                    <a:pt x="18770" y="160604"/>
                  </a:lnTo>
                  <a:lnTo>
                    <a:pt x="36360" y="90233"/>
                  </a:lnTo>
                  <a:lnTo>
                    <a:pt x="39357" y="83959"/>
                  </a:lnTo>
                  <a:lnTo>
                    <a:pt x="47726" y="73634"/>
                  </a:lnTo>
                  <a:lnTo>
                    <a:pt x="52438" y="69799"/>
                  </a:lnTo>
                  <a:lnTo>
                    <a:pt x="62903" y="64782"/>
                  </a:lnTo>
                  <a:lnTo>
                    <a:pt x="68110" y="63512"/>
                  </a:lnTo>
                  <a:lnTo>
                    <a:pt x="79565" y="63512"/>
                  </a:lnTo>
                  <a:lnTo>
                    <a:pt x="84289" y="65582"/>
                  </a:lnTo>
                  <a:lnTo>
                    <a:pt x="90614" y="73850"/>
                  </a:lnTo>
                  <a:lnTo>
                    <a:pt x="90944" y="80835"/>
                  </a:lnTo>
                  <a:lnTo>
                    <a:pt x="71005" y="160604"/>
                  </a:lnTo>
                  <a:lnTo>
                    <a:pt x="89928" y="160604"/>
                  </a:lnTo>
                  <a:lnTo>
                    <a:pt x="107581" y="89954"/>
                  </a:lnTo>
                  <a:lnTo>
                    <a:pt x="138722" y="63512"/>
                  </a:lnTo>
                  <a:lnTo>
                    <a:pt x="150177" y="63512"/>
                  </a:lnTo>
                  <a:lnTo>
                    <a:pt x="155028" y="65620"/>
                  </a:lnTo>
                  <a:lnTo>
                    <a:pt x="161594" y="74015"/>
                  </a:lnTo>
                  <a:lnTo>
                    <a:pt x="162013" y="80975"/>
                  </a:lnTo>
                  <a:lnTo>
                    <a:pt x="142113" y="160604"/>
                  </a:lnTo>
                  <a:lnTo>
                    <a:pt x="160921" y="160604"/>
                  </a:lnTo>
                  <a:lnTo>
                    <a:pt x="181838" y="76898"/>
                  </a:lnTo>
                  <a:lnTo>
                    <a:pt x="181927" y="69430"/>
                  </a:lnTo>
                  <a:close/>
                </a:path>
                <a:path w="478154" h="163195">
                  <a:moveTo>
                    <a:pt x="313055" y="49276"/>
                  </a:moveTo>
                  <a:lnTo>
                    <a:pt x="294081" y="49276"/>
                  </a:lnTo>
                  <a:lnTo>
                    <a:pt x="276682" y="118808"/>
                  </a:lnTo>
                  <a:lnTo>
                    <a:pt x="273710" y="125222"/>
                  </a:lnTo>
                  <a:lnTo>
                    <a:pt x="265633" y="135661"/>
                  </a:lnTo>
                  <a:lnTo>
                    <a:pt x="260997" y="139522"/>
                  </a:lnTo>
                  <a:lnTo>
                    <a:pt x="250520" y="144576"/>
                  </a:lnTo>
                  <a:lnTo>
                    <a:pt x="244906" y="145846"/>
                  </a:lnTo>
                  <a:lnTo>
                    <a:pt x="231051" y="145846"/>
                  </a:lnTo>
                  <a:lnTo>
                    <a:pt x="225323" y="143649"/>
                  </a:lnTo>
                  <a:lnTo>
                    <a:pt x="218084" y="134861"/>
                  </a:lnTo>
                  <a:lnTo>
                    <a:pt x="217690" y="127101"/>
                  </a:lnTo>
                  <a:lnTo>
                    <a:pt x="237147" y="49276"/>
                  </a:lnTo>
                  <a:lnTo>
                    <a:pt x="218122" y="49276"/>
                  </a:lnTo>
                  <a:lnTo>
                    <a:pt x="200837" y="118389"/>
                  </a:lnTo>
                  <a:lnTo>
                    <a:pt x="199351" y="125666"/>
                  </a:lnTo>
                  <a:lnTo>
                    <a:pt x="198704" y="132295"/>
                  </a:lnTo>
                  <a:lnTo>
                    <a:pt x="198882" y="138264"/>
                  </a:lnTo>
                  <a:lnTo>
                    <a:pt x="222783" y="162661"/>
                  </a:lnTo>
                  <a:lnTo>
                    <a:pt x="230619" y="162661"/>
                  </a:lnTo>
                  <a:lnTo>
                    <a:pt x="238633" y="162661"/>
                  </a:lnTo>
                  <a:lnTo>
                    <a:pt x="246100" y="160921"/>
                  </a:lnTo>
                  <a:lnTo>
                    <a:pt x="259943" y="153962"/>
                  </a:lnTo>
                  <a:lnTo>
                    <a:pt x="265823" y="148780"/>
                  </a:lnTo>
                  <a:lnTo>
                    <a:pt x="270675" y="141897"/>
                  </a:lnTo>
                  <a:lnTo>
                    <a:pt x="271145" y="141897"/>
                  </a:lnTo>
                  <a:lnTo>
                    <a:pt x="269849" y="149453"/>
                  </a:lnTo>
                  <a:lnTo>
                    <a:pt x="268782" y="160604"/>
                  </a:lnTo>
                  <a:lnTo>
                    <a:pt x="286537" y="160604"/>
                  </a:lnTo>
                  <a:lnTo>
                    <a:pt x="290817" y="138277"/>
                  </a:lnTo>
                  <a:lnTo>
                    <a:pt x="313055" y="49276"/>
                  </a:lnTo>
                  <a:close/>
                </a:path>
                <a:path w="478154" h="163195">
                  <a:moveTo>
                    <a:pt x="364413" y="0"/>
                  </a:moveTo>
                  <a:lnTo>
                    <a:pt x="345389" y="0"/>
                  </a:lnTo>
                  <a:lnTo>
                    <a:pt x="305231" y="160604"/>
                  </a:lnTo>
                  <a:lnTo>
                    <a:pt x="324256" y="160604"/>
                  </a:lnTo>
                  <a:lnTo>
                    <a:pt x="364413" y="0"/>
                  </a:lnTo>
                  <a:close/>
                </a:path>
                <a:path w="478154" h="163195">
                  <a:moveTo>
                    <a:pt x="437045" y="49276"/>
                  </a:moveTo>
                  <a:lnTo>
                    <a:pt x="411162" y="49276"/>
                  </a:lnTo>
                  <a:lnTo>
                    <a:pt x="420230" y="13017"/>
                  </a:lnTo>
                  <a:lnTo>
                    <a:pt x="401193" y="13017"/>
                  </a:lnTo>
                  <a:lnTo>
                    <a:pt x="392137" y="49276"/>
                  </a:lnTo>
                  <a:lnTo>
                    <a:pt x="374421" y="49276"/>
                  </a:lnTo>
                  <a:lnTo>
                    <a:pt x="370738" y="63982"/>
                  </a:lnTo>
                  <a:lnTo>
                    <a:pt x="388442" y="63982"/>
                  </a:lnTo>
                  <a:lnTo>
                    <a:pt x="368681" y="143014"/>
                  </a:lnTo>
                  <a:lnTo>
                    <a:pt x="369277" y="150520"/>
                  </a:lnTo>
                  <a:lnTo>
                    <a:pt x="376720" y="160362"/>
                  </a:lnTo>
                  <a:lnTo>
                    <a:pt x="383273" y="162814"/>
                  </a:lnTo>
                  <a:lnTo>
                    <a:pt x="392658" y="162814"/>
                  </a:lnTo>
                  <a:lnTo>
                    <a:pt x="398843" y="162814"/>
                  </a:lnTo>
                  <a:lnTo>
                    <a:pt x="404063" y="161975"/>
                  </a:lnTo>
                  <a:lnTo>
                    <a:pt x="408317" y="160286"/>
                  </a:lnTo>
                  <a:lnTo>
                    <a:pt x="412216" y="144741"/>
                  </a:lnTo>
                  <a:lnTo>
                    <a:pt x="410349" y="145338"/>
                  </a:lnTo>
                  <a:lnTo>
                    <a:pt x="404939" y="146392"/>
                  </a:lnTo>
                  <a:lnTo>
                    <a:pt x="396862" y="146532"/>
                  </a:lnTo>
                  <a:lnTo>
                    <a:pt x="393573" y="145148"/>
                  </a:lnTo>
                  <a:lnTo>
                    <a:pt x="389851" y="139560"/>
                  </a:lnTo>
                  <a:lnTo>
                    <a:pt x="389623" y="135343"/>
                  </a:lnTo>
                  <a:lnTo>
                    <a:pt x="407466" y="63982"/>
                  </a:lnTo>
                  <a:lnTo>
                    <a:pt x="433349" y="63982"/>
                  </a:lnTo>
                  <a:lnTo>
                    <a:pt x="437045" y="49276"/>
                  </a:lnTo>
                  <a:close/>
                </a:path>
                <a:path w="478154" h="163195">
                  <a:moveTo>
                    <a:pt x="466382" y="49276"/>
                  </a:moveTo>
                  <a:lnTo>
                    <a:pt x="447408" y="49276"/>
                  </a:lnTo>
                  <a:lnTo>
                    <a:pt x="419582" y="160604"/>
                  </a:lnTo>
                  <a:lnTo>
                    <a:pt x="438556" y="160604"/>
                  </a:lnTo>
                  <a:lnTo>
                    <a:pt x="466382" y="49276"/>
                  </a:lnTo>
                  <a:close/>
                </a:path>
                <a:path w="478154" h="163195">
                  <a:moveTo>
                    <a:pt x="478053" y="11823"/>
                  </a:moveTo>
                  <a:lnTo>
                    <a:pt x="477723" y="8864"/>
                  </a:lnTo>
                  <a:lnTo>
                    <a:pt x="476135" y="6591"/>
                  </a:lnTo>
                  <a:lnTo>
                    <a:pt x="474586" y="4267"/>
                  </a:lnTo>
                  <a:lnTo>
                    <a:pt x="471995" y="3111"/>
                  </a:lnTo>
                  <a:lnTo>
                    <a:pt x="464820" y="3111"/>
                  </a:lnTo>
                  <a:lnTo>
                    <a:pt x="461683" y="4267"/>
                  </a:lnTo>
                  <a:lnTo>
                    <a:pt x="455688" y="9042"/>
                  </a:lnTo>
                  <a:lnTo>
                    <a:pt x="453771" y="11963"/>
                  </a:lnTo>
                  <a:lnTo>
                    <a:pt x="452043" y="18821"/>
                  </a:lnTo>
                  <a:lnTo>
                    <a:pt x="452501" y="21678"/>
                  </a:lnTo>
                  <a:lnTo>
                    <a:pt x="454266" y="24028"/>
                  </a:lnTo>
                  <a:lnTo>
                    <a:pt x="456057" y="26390"/>
                  </a:lnTo>
                  <a:lnTo>
                    <a:pt x="458711" y="27559"/>
                  </a:lnTo>
                  <a:lnTo>
                    <a:pt x="465734" y="27559"/>
                  </a:lnTo>
                  <a:lnTo>
                    <a:pt x="468884" y="26390"/>
                  </a:lnTo>
                  <a:lnTo>
                    <a:pt x="474472" y="21678"/>
                  </a:lnTo>
                  <a:lnTo>
                    <a:pt x="476300" y="18821"/>
                  </a:lnTo>
                  <a:lnTo>
                    <a:pt x="478053" y="11823"/>
                  </a:lnTo>
                  <a:close/>
                </a:path>
              </a:pathLst>
            </a:custGeom>
            <a:solidFill>
              <a:srgbClr val="DFA0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82731" y="8567244"/>
              <a:ext cx="1512721" cy="163137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6869887" y="8568778"/>
            <a:ext cx="741045" cy="161925"/>
          </a:xfrm>
          <a:custGeom>
            <a:avLst/>
            <a:gdLst/>
            <a:ahLst/>
            <a:cxnLst/>
            <a:rect l="l" t="t" r="r" b="b"/>
            <a:pathLst>
              <a:path w="741045" h="161925">
                <a:moveTo>
                  <a:pt x="148818" y="46596"/>
                </a:moveTo>
                <a:lnTo>
                  <a:pt x="126136" y="6794"/>
                </a:lnTo>
                <a:lnTo>
                  <a:pt x="97320" y="152"/>
                </a:lnTo>
                <a:lnTo>
                  <a:pt x="86436" y="774"/>
                </a:lnTo>
                <a:lnTo>
                  <a:pt x="46685" y="15532"/>
                </a:lnTo>
                <a:lnTo>
                  <a:pt x="16865" y="47396"/>
                </a:lnTo>
                <a:lnTo>
                  <a:pt x="1181" y="91948"/>
                </a:lnTo>
                <a:lnTo>
                  <a:pt x="0" y="103047"/>
                </a:lnTo>
                <a:lnTo>
                  <a:pt x="63" y="113411"/>
                </a:lnTo>
                <a:lnTo>
                  <a:pt x="18415" y="151536"/>
                </a:lnTo>
                <a:lnTo>
                  <a:pt x="52628" y="161607"/>
                </a:lnTo>
                <a:lnTo>
                  <a:pt x="61226" y="161163"/>
                </a:lnTo>
                <a:lnTo>
                  <a:pt x="98577" y="146164"/>
                </a:lnTo>
                <a:lnTo>
                  <a:pt x="109601" y="135407"/>
                </a:lnTo>
                <a:lnTo>
                  <a:pt x="110083" y="135407"/>
                </a:lnTo>
                <a:lnTo>
                  <a:pt x="106019" y="159131"/>
                </a:lnTo>
                <a:lnTo>
                  <a:pt x="122466" y="159131"/>
                </a:lnTo>
                <a:lnTo>
                  <a:pt x="142341" y="79590"/>
                </a:lnTo>
                <a:lnTo>
                  <a:pt x="74295" y="79590"/>
                </a:lnTo>
                <a:lnTo>
                  <a:pt x="70180" y="96037"/>
                </a:lnTo>
                <a:lnTo>
                  <a:pt x="119087" y="96037"/>
                </a:lnTo>
                <a:lnTo>
                  <a:pt x="116001" y="108445"/>
                </a:lnTo>
                <a:lnTo>
                  <a:pt x="86410" y="137096"/>
                </a:lnTo>
                <a:lnTo>
                  <a:pt x="59004" y="143319"/>
                </a:lnTo>
                <a:lnTo>
                  <a:pt x="51269" y="142824"/>
                </a:lnTo>
                <a:lnTo>
                  <a:pt x="21628" y="113487"/>
                </a:lnTo>
                <a:lnTo>
                  <a:pt x="20967" y="106083"/>
                </a:lnTo>
                <a:lnTo>
                  <a:pt x="21170" y="98056"/>
                </a:lnTo>
                <a:lnTo>
                  <a:pt x="34188" y="54521"/>
                </a:lnTo>
                <a:lnTo>
                  <a:pt x="62484" y="25717"/>
                </a:lnTo>
                <a:lnTo>
                  <a:pt x="92583" y="18186"/>
                </a:lnTo>
                <a:lnTo>
                  <a:pt x="99910" y="18757"/>
                </a:lnTo>
                <a:lnTo>
                  <a:pt x="127571" y="45186"/>
                </a:lnTo>
                <a:lnTo>
                  <a:pt x="128473" y="53022"/>
                </a:lnTo>
                <a:lnTo>
                  <a:pt x="148818" y="46596"/>
                </a:lnTo>
                <a:close/>
              </a:path>
              <a:path w="741045" h="161925">
                <a:moveTo>
                  <a:pt x="284581" y="37338"/>
                </a:moveTo>
                <a:lnTo>
                  <a:pt x="284200" y="29184"/>
                </a:lnTo>
                <a:lnTo>
                  <a:pt x="280073" y="20447"/>
                </a:lnTo>
                <a:lnTo>
                  <a:pt x="277901" y="15798"/>
                </a:lnTo>
                <a:lnTo>
                  <a:pt x="272669" y="10807"/>
                </a:lnTo>
                <a:lnTo>
                  <a:pt x="265328" y="7543"/>
                </a:lnTo>
                <a:lnTo>
                  <a:pt x="263944" y="7035"/>
                </a:lnTo>
                <a:lnTo>
                  <a:pt x="263944" y="38150"/>
                </a:lnTo>
                <a:lnTo>
                  <a:pt x="261480" y="47917"/>
                </a:lnTo>
                <a:lnTo>
                  <a:pt x="228244" y="74561"/>
                </a:lnTo>
                <a:lnTo>
                  <a:pt x="220789" y="74955"/>
                </a:lnTo>
                <a:lnTo>
                  <a:pt x="181724" y="74955"/>
                </a:lnTo>
                <a:lnTo>
                  <a:pt x="181825" y="74561"/>
                </a:lnTo>
                <a:lnTo>
                  <a:pt x="195376" y="20447"/>
                </a:lnTo>
                <a:lnTo>
                  <a:pt x="232333" y="20447"/>
                </a:lnTo>
                <a:lnTo>
                  <a:pt x="240182" y="20853"/>
                </a:lnTo>
                <a:lnTo>
                  <a:pt x="263944" y="38150"/>
                </a:lnTo>
                <a:lnTo>
                  <a:pt x="263944" y="7035"/>
                </a:lnTo>
                <a:lnTo>
                  <a:pt x="259588" y="5397"/>
                </a:lnTo>
                <a:lnTo>
                  <a:pt x="253339" y="3860"/>
                </a:lnTo>
                <a:lnTo>
                  <a:pt x="246570" y="2946"/>
                </a:lnTo>
                <a:lnTo>
                  <a:pt x="239293" y="2641"/>
                </a:lnTo>
                <a:lnTo>
                  <a:pt x="180098" y="2641"/>
                </a:lnTo>
                <a:lnTo>
                  <a:pt x="180022" y="2946"/>
                </a:lnTo>
                <a:lnTo>
                  <a:pt x="140982" y="159131"/>
                </a:lnTo>
                <a:lnTo>
                  <a:pt x="160693" y="159131"/>
                </a:lnTo>
                <a:lnTo>
                  <a:pt x="177304" y="92608"/>
                </a:lnTo>
                <a:lnTo>
                  <a:pt x="219735" y="92608"/>
                </a:lnTo>
                <a:lnTo>
                  <a:pt x="224409" y="93662"/>
                </a:lnTo>
                <a:lnTo>
                  <a:pt x="227850" y="95770"/>
                </a:lnTo>
                <a:lnTo>
                  <a:pt x="231330" y="97853"/>
                </a:lnTo>
                <a:lnTo>
                  <a:pt x="233819" y="101409"/>
                </a:lnTo>
                <a:lnTo>
                  <a:pt x="236842" y="111531"/>
                </a:lnTo>
                <a:lnTo>
                  <a:pt x="237401" y="117424"/>
                </a:lnTo>
                <a:lnTo>
                  <a:pt x="237324" y="127927"/>
                </a:lnTo>
                <a:lnTo>
                  <a:pt x="236601" y="159131"/>
                </a:lnTo>
                <a:lnTo>
                  <a:pt x="257365" y="159131"/>
                </a:lnTo>
                <a:lnTo>
                  <a:pt x="257848" y="127927"/>
                </a:lnTo>
                <a:lnTo>
                  <a:pt x="257962" y="117424"/>
                </a:lnTo>
                <a:lnTo>
                  <a:pt x="257670" y="111099"/>
                </a:lnTo>
                <a:lnTo>
                  <a:pt x="256336" y="101117"/>
                </a:lnTo>
                <a:lnTo>
                  <a:pt x="254787" y="96723"/>
                </a:lnTo>
                <a:lnTo>
                  <a:pt x="252158" y="92608"/>
                </a:lnTo>
                <a:lnTo>
                  <a:pt x="249974" y="89128"/>
                </a:lnTo>
                <a:lnTo>
                  <a:pt x="246367" y="86448"/>
                </a:lnTo>
                <a:lnTo>
                  <a:pt x="241554" y="84861"/>
                </a:lnTo>
                <a:lnTo>
                  <a:pt x="241655" y="84442"/>
                </a:lnTo>
                <a:lnTo>
                  <a:pt x="276618" y="61137"/>
                </a:lnTo>
                <a:lnTo>
                  <a:pt x="282194" y="46964"/>
                </a:lnTo>
                <a:lnTo>
                  <a:pt x="284581" y="37338"/>
                </a:lnTo>
                <a:close/>
              </a:path>
              <a:path w="741045" h="161925">
                <a:moveTo>
                  <a:pt x="441604" y="58661"/>
                </a:moveTo>
                <a:lnTo>
                  <a:pt x="441540" y="55626"/>
                </a:lnTo>
                <a:lnTo>
                  <a:pt x="441413" y="48793"/>
                </a:lnTo>
                <a:lnTo>
                  <a:pt x="441363" y="48437"/>
                </a:lnTo>
                <a:lnTo>
                  <a:pt x="422579" y="10591"/>
                </a:lnTo>
                <a:lnTo>
                  <a:pt x="420725" y="9410"/>
                </a:lnTo>
                <a:lnTo>
                  <a:pt x="420725" y="55626"/>
                </a:lnTo>
                <a:lnTo>
                  <a:pt x="420662" y="63271"/>
                </a:lnTo>
                <a:lnTo>
                  <a:pt x="408393" y="105130"/>
                </a:lnTo>
                <a:lnTo>
                  <a:pt x="381152" y="134835"/>
                </a:lnTo>
                <a:lnTo>
                  <a:pt x="351523" y="142951"/>
                </a:lnTo>
                <a:lnTo>
                  <a:pt x="343827" y="142443"/>
                </a:lnTo>
                <a:lnTo>
                  <a:pt x="314032" y="112483"/>
                </a:lnTo>
                <a:lnTo>
                  <a:pt x="313994" y="112064"/>
                </a:lnTo>
                <a:lnTo>
                  <a:pt x="313321" y="105130"/>
                </a:lnTo>
                <a:lnTo>
                  <a:pt x="313385" y="101917"/>
                </a:lnTo>
                <a:lnTo>
                  <a:pt x="313474" y="97256"/>
                </a:lnTo>
                <a:lnTo>
                  <a:pt x="314490" y="88849"/>
                </a:lnTo>
                <a:lnTo>
                  <a:pt x="330123" y="48437"/>
                </a:lnTo>
                <a:lnTo>
                  <a:pt x="359943" y="23050"/>
                </a:lnTo>
                <a:lnTo>
                  <a:pt x="382574" y="18605"/>
                </a:lnTo>
                <a:lnTo>
                  <a:pt x="390220" y="19100"/>
                </a:lnTo>
                <a:lnTo>
                  <a:pt x="419938" y="48437"/>
                </a:lnTo>
                <a:lnTo>
                  <a:pt x="420725" y="55626"/>
                </a:lnTo>
                <a:lnTo>
                  <a:pt x="420725" y="9410"/>
                </a:lnTo>
                <a:lnTo>
                  <a:pt x="415315" y="5956"/>
                </a:lnTo>
                <a:lnTo>
                  <a:pt x="407009" y="2654"/>
                </a:lnTo>
                <a:lnTo>
                  <a:pt x="397649" y="660"/>
                </a:lnTo>
                <a:lnTo>
                  <a:pt x="387261" y="0"/>
                </a:lnTo>
                <a:lnTo>
                  <a:pt x="376453" y="660"/>
                </a:lnTo>
                <a:lnTo>
                  <a:pt x="337362" y="16344"/>
                </a:lnTo>
                <a:lnTo>
                  <a:pt x="308381" y="48653"/>
                </a:lnTo>
                <a:lnTo>
                  <a:pt x="303174" y="58661"/>
                </a:lnTo>
                <a:lnTo>
                  <a:pt x="299021" y="68948"/>
                </a:lnTo>
                <a:lnTo>
                  <a:pt x="295757" y="79908"/>
                </a:lnTo>
                <a:lnTo>
                  <a:pt x="293458" y="91198"/>
                </a:lnTo>
                <a:lnTo>
                  <a:pt x="292366" y="101917"/>
                </a:lnTo>
                <a:lnTo>
                  <a:pt x="292455" y="112064"/>
                </a:lnTo>
                <a:lnTo>
                  <a:pt x="300062" y="138379"/>
                </a:lnTo>
                <a:lnTo>
                  <a:pt x="304876" y="145072"/>
                </a:lnTo>
                <a:lnTo>
                  <a:pt x="346837" y="161607"/>
                </a:lnTo>
                <a:lnTo>
                  <a:pt x="357695" y="160934"/>
                </a:lnTo>
                <a:lnTo>
                  <a:pt x="396862" y="145072"/>
                </a:lnTo>
                <a:lnTo>
                  <a:pt x="399440" y="142951"/>
                </a:lnTo>
                <a:lnTo>
                  <a:pt x="405180" y="138239"/>
                </a:lnTo>
                <a:lnTo>
                  <a:pt x="430847" y="101917"/>
                </a:lnTo>
                <a:lnTo>
                  <a:pt x="440626" y="68948"/>
                </a:lnTo>
                <a:lnTo>
                  <a:pt x="441604" y="58661"/>
                </a:lnTo>
                <a:close/>
              </a:path>
              <a:path w="741045" h="161925">
                <a:moveTo>
                  <a:pt x="609028" y="2641"/>
                </a:moveTo>
                <a:lnTo>
                  <a:pt x="589153" y="2641"/>
                </a:lnTo>
                <a:lnTo>
                  <a:pt x="565962" y="95351"/>
                </a:lnTo>
                <a:lnTo>
                  <a:pt x="562660" y="105981"/>
                </a:lnTo>
                <a:lnTo>
                  <a:pt x="539216" y="136220"/>
                </a:lnTo>
                <a:lnTo>
                  <a:pt x="511771" y="143421"/>
                </a:lnTo>
                <a:lnTo>
                  <a:pt x="502018" y="142621"/>
                </a:lnTo>
                <a:lnTo>
                  <a:pt x="479056" y="115430"/>
                </a:lnTo>
                <a:lnTo>
                  <a:pt x="479425" y="105994"/>
                </a:lnTo>
                <a:lnTo>
                  <a:pt x="481418" y="95351"/>
                </a:lnTo>
                <a:lnTo>
                  <a:pt x="504609" y="2641"/>
                </a:lnTo>
                <a:lnTo>
                  <a:pt x="484898" y="2641"/>
                </a:lnTo>
                <a:lnTo>
                  <a:pt x="461175" y="97459"/>
                </a:lnTo>
                <a:lnTo>
                  <a:pt x="458622" y="111633"/>
                </a:lnTo>
                <a:lnTo>
                  <a:pt x="458431" y="124180"/>
                </a:lnTo>
                <a:lnTo>
                  <a:pt x="460616" y="135140"/>
                </a:lnTo>
                <a:lnTo>
                  <a:pt x="493153" y="160489"/>
                </a:lnTo>
                <a:lnTo>
                  <a:pt x="507238" y="161556"/>
                </a:lnTo>
                <a:lnTo>
                  <a:pt x="521931" y="160489"/>
                </a:lnTo>
                <a:lnTo>
                  <a:pt x="557898" y="144589"/>
                </a:lnTo>
                <a:lnTo>
                  <a:pt x="580783" y="111696"/>
                </a:lnTo>
                <a:lnTo>
                  <a:pt x="585304" y="97459"/>
                </a:lnTo>
                <a:lnTo>
                  <a:pt x="609028" y="2641"/>
                </a:lnTo>
                <a:close/>
              </a:path>
              <a:path w="741045" h="161925">
                <a:moveTo>
                  <a:pt x="740930" y="36639"/>
                </a:moveTo>
                <a:lnTo>
                  <a:pt x="720928" y="7467"/>
                </a:lnTo>
                <a:lnTo>
                  <a:pt x="720928" y="41744"/>
                </a:lnTo>
                <a:lnTo>
                  <a:pt x="718362" y="52082"/>
                </a:lnTo>
                <a:lnTo>
                  <a:pt x="688505" y="81915"/>
                </a:lnTo>
                <a:lnTo>
                  <a:pt x="670128" y="83858"/>
                </a:lnTo>
                <a:lnTo>
                  <a:pt x="636714" y="83858"/>
                </a:lnTo>
                <a:lnTo>
                  <a:pt x="636841" y="83375"/>
                </a:lnTo>
                <a:lnTo>
                  <a:pt x="652576" y="20447"/>
                </a:lnTo>
                <a:lnTo>
                  <a:pt x="689051" y="20447"/>
                </a:lnTo>
                <a:lnTo>
                  <a:pt x="697369" y="20955"/>
                </a:lnTo>
                <a:lnTo>
                  <a:pt x="720928" y="41744"/>
                </a:lnTo>
                <a:lnTo>
                  <a:pt x="720928" y="7467"/>
                </a:lnTo>
                <a:lnTo>
                  <a:pt x="716470" y="5664"/>
                </a:lnTo>
                <a:lnTo>
                  <a:pt x="710145" y="3975"/>
                </a:lnTo>
                <a:lnTo>
                  <a:pt x="703338" y="2971"/>
                </a:lnTo>
                <a:lnTo>
                  <a:pt x="696061" y="2641"/>
                </a:lnTo>
                <a:lnTo>
                  <a:pt x="637298" y="2641"/>
                </a:lnTo>
                <a:lnTo>
                  <a:pt x="637209" y="2971"/>
                </a:lnTo>
                <a:lnTo>
                  <a:pt x="598182" y="159131"/>
                </a:lnTo>
                <a:lnTo>
                  <a:pt x="617893" y="159131"/>
                </a:lnTo>
                <a:lnTo>
                  <a:pt x="632129" y="102095"/>
                </a:lnTo>
                <a:lnTo>
                  <a:pt x="668451" y="101942"/>
                </a:lnTo>
                <a:lnTo>
                  <a:pt x="706335" y="93345"/>
                </a:lnTo>
                <a:lnTo>
                  <a:pt x="736600" y="59550"/>
                </a:lnTo>
                <a:lnTo>
                  <a:pt x="740676" y="41744"/>
                </a:lnTo>
                <a:lnTo>
                  <a:pt x="740930" y="36639"/>
                </a:lnTo>
                <a:close/>
              </a:path>
            </a:pathLst>
          </a:custGeom>
          <a:solidFill>
            <a:srgbClr val="DFA06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7658577" y="8571408"/>
            <a:ext cx="538480" cy="156845"/>
            <a:chOff x="7658577" y="8571408"/>
            <a:chExt cx="538480" cy="156845"/>
          </a:xfrm>
        </p:grpSpPr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58577" y="8571408"/>
              <a:ext cx="291507" cy="15649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979872" y="8644780"/>
              <a:ext cx="217170" cy="15875"/>
            </a:xfrm>
            <a:custGeom>
              <a:avLst/>
              <a:gdLst/>
              <a:ahLst/>
              <a:cxnLst/>
              <a:rect l="l" t="t" r="r" b="b"/>
              <a:pathLst>
                <a:path w="217170" h="15875">
                  <a:moveTo>
                    <a:pt x="212895" y="15654"/>
                  </a:moveTo>
                  <a:lnTo>
                    <a:pt x="0" y="15654"/>
                  </a:lnTo>
                  <a:lnTo>
                    <a:pt x="3900" y="0"/>
                  </a:lnTo>
                  <a:lnTo>
                    <a:pt x="216795" y="0"/>
                  </a:lnTo>
                  <a:lnTo>
                    <a:pt x="212895" y="15654"/>
                  </a:lnTo>
                  <a:close/>
                </a:path>
              </a:pathLst>
            </a:custGeom>
            <a:solidFill>
              <a:srgbClr val="DFA0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54531" y="8567297"/>
            <a:ext cx="292032" cy="162873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8600008" y="8613737"/>
            <a:ext cx="518159" cy="116839"/>
          </a:xfrm>
          <a:custGeom>
            <a:avLst/>
            <a:gdLst/>
            <a:ahLst/>
            <a:cxnLst/>
            <a:rect l="l" t="t" r="r" b="b"/>
            <a:pathLst>
              <a:path w="518159" h="116840">
                <a:moveTo>
                  <a:pt x="101942" y="23482"/>
                </a:moveTo>
                <a:lnTo>
                  <a:pt x="73444" y="215"/>
                </a:lnTo>
                <a:lnTo>
                  <a:pt x="57480" y="215"/>
                </a:lnTo>
                <a:lnTo>
                  <a:pt x="19697" y="21031"/>
                </a:lnTo>
                <a:lnTo>
                  <a:pt x="13055" y="40589"/>
                </a:lnTo>
                <a:lnTo>
                  <a:pt x="13881" y="47104"/>
                </a:lnTo>
                <a:lnTo>
                  <a:pt x="21361" y="56489"/>
                </a:lnTo>
                <a:lnTo>
                  <a:pt x="28041" y="60071"/>
                </a:lnTo>
                <a:lnTo>
                  <a:pt x="58902" y="68262"/>
                </a:lnTo>
                <a:lnTo>
                  <a:pt x="62687" y="69532"/>
                </a:lnTo>
                <a:lnTo>
                  <a:pt x="68033" y="72059"/>
                </a:lnTo>
                <a:lnTo>
                  <a:pt x="69850" y="73723"/>
                </a:lnTo>
                <a:lnTo>
                  <a:pt x="71818" y="77838"/>
                </a:lnTo>
                <a:lnTo>
                  <a:pt x="71932" y="80441"/>
                </a:lnTo>
                <a:lnTo>
                  <a:pt x="70345" y="86804"/>
                </a:lnTo>
                <a:lnTo>
                  <a:pt x="48882" y="100050"/>
                </a:lnTo>
                <a:lnTo>
                  <a:pt x="35941" y="100050"/>
                </a:lnTo>
                <a:lnTo>
                  <a:pt x="29933" y="98285"/>
                </a:lnTo>
                <a:lnTo>
                  <a:pt x="21297" y="91262"/>
                </a:lnTo>
                <a:lnTo>
                  <a:pt x="19265" y="86321"/>
                </a:lnTo>
                <a:lnTo>
                  <a:pt x="19558" y="79959"/>
                </a:lnTo>
                <a:lnTo>
                  <a:pt x="0" y="84074"/>
                </a:lnTo>
                <a:lnTo>
                  <a:pt x="30073" y="115557"/>
                </a:lnTo>
                <a:lnTo>
                  <a:pt x="38633" y="116065"/>
                </a:lnTo>
                <a:lnTo>
                  <a:pt x="47625" y="116065"/>
                </a:lnTo>
                <a:lnTo>
                  <a:pt x="86194" y="94640"/>
                </a:lnTo>
                <a:lnTo>
                  <a:pt x="92506" y="76454"/>
                </a:lnTo>
                <a:lnTo>
                  <a:pt x="92417" y="71602"/>
                </a:lnTo>
                <a:lnTo>
                  <a:pt x="45351" y="47015"/>
                </a:lnTo>
                <a:lnTo>
                  <a:pt x="41503" y="45542"/>
                </a:lnTo>
                <a:lnTo>
                  <a:pt x="36537" y="42379"/>
                </a:lnTo>
                <a:lnTo>
                  <a:pt x="35013" y="40690"/>
                </a:lnTo>
                <a:lnTo>
                  <a:pt x="33820" y="37071"/>
                </a:lnTo>
                <a:lnTo>
                  <a:pt x="33870" y="34772"/>
                </a:lnTo>
                <a:lnTo>
                  <a:pt x="57226" y="16344"/>
                </a:lnTo>
                <a:lnTo>
                  <a:pt x="68681" y="16344"/>
                </a:lnTo>
                <a:lnTo>
                  <a:pt x="74091" y="17957"/>
                </a:lnTo>
                <a:lnTo>
                  <a:pt x="81432" y="24422"/>
                </a:lnTo>
                <a:lnTo>
                  <a:pt x="83248" y="28714"/>
                </a:lnTo>
                <a:lnTo>
                  <a:pt x="83172" y="34048"/>
                </a:lnTo>
                <a:lnTo>
                  <a:pt x="101625" y="29629"/>
                </a:lnTo>
                <a:lnTo>
                  <a:pt x="101942" y="23482"/>
                </a:lnTo>
                <a:close/>
              </a:path>
              <a:path w="518159" h="116840">
                <a:moveTo>
                  <a:pt x="205994" y="45313"/>
                </a:moveTo>
                <a:lnTo>
                  <a:pt x="190792" y="45313"/>
                </a:lnTo>
                <a:lnTo>
                  <a:pt x="186956" y="45313"/>
                </a:lnTo>
                <a:lnTo>
                  <a:pt x="183375" y="45694"/>
                </a:lnTo>
                <a:lnTo>
                  <a:pt x="183375" y="59677"/>
                </a:lnTo>
                <a:lnTo>
                  <a:pt x="179806" y="73952"/>
                </a:lnTo>
                <a:lnTo>
                  <a:pt x="176949" y="79997"/>
                </a:lnTo>
                <a:lnTo>
                  <a:pt x="173024" y="85026"/>
                </a:lnTo>
                <a:lnTo>
                  <a:pt x="169113" y="90055"/>
                </a:lnTo>
                <a:lnTo>
                  <a:pt x="164465" y="93903"/>
                </a:lnTo>
                <a:lnTo>
                  <a:pt x="153670" y="99199"/>
                </a:lnTo>
                <a:lnTo>
                  <a:pt x="148005" y="100520"/>
                </a:lnTo>
                <a:lnTo>
                  <a:pt x="133515" y="100520"/>
                </a:lnTo>
                <a:lnTo>
                  <a:pt x="127762" y="98653"/>
                </a:lnTo>
                <a:lnTo>
                  <a:pt x="121716" y="91211"/>
                </a:lnTo>
                <a:lnTo>
                  <a:pt x="120840" y="86766"/>
                </a:lnTo>
                <a:lnTo>
                  <a:pt x="123088" y="77660"/>
                </a:lnTo>
                <a:lnTo>
                  <a:pt x="183375" y="59677"/>
                </a:lnTo>
                <a:lnTo>
                  <a:pt x="183375" y="45694"/>
                </a:lnTo>
                <a:lnTo>
                  <a:pt x="135813" y="52184"/>
                </a:lnTo>
                <a:lnTo>
                  <a:pt x="102654" y="82499"/>
                </a:lnTo>
                <a:lnTo>
                  <a:pt x="101066" y="95008"/>
                </a:lnTo>
                <a:lnTo>
                  <a:pt x="104648" y="105371"/>
                </a:lnTo>
                <a:lnTo>
                  <a:pt x="108165" y="109397"/>
                </a:lnTo>
                <a:lnTo>
                  <a:pt x="118643" y="115163"/>
                </a:lnTo>
                <a:lnTo>
                  <a:pt x="125349" y="116598"/>
                </a:lnTo>
                <a:lnTo>
                  <a:pt x="141020" y="116598"/>
                </a:lnTo>
                <a:lnTo>
                  <a:pt x="148247" y="114998"/>
                </a:lnTo>
                <a:lnTo>
                  <a:pt x="162191" y="108635"/>
                </a:lnTo>
                <a:lnTo>
                  <a:pt x="168262" y="103720"/>
                </a:lnTo>
                <a:lnTo>
                  <a:pt x="170713" y="100520"/>
                </a:lnTo>
                <a:lnTo>
                  <a:pt x="173393" y="97040"/>
                </a:lnTo>
                <a:lnTo>
                  <a:pt x="173812" y="97040"/>
                </a:lnTo>
                <a:lnTo>
                  <a:pt x="172466" y="103720"/>
                </a:lnTo>
                <a:lnTo>
                  <a:pt x="171589" y="109537"/>
                </a:lnTo>
                <a:lnTo>
                  <a:pt x="171284" y="114173"/>
                </a:lnTo>
                <a:lnTo>
                  <a:pt x="189839" y="114173"/>
                </a:lnTo>
                <a:lnTo>
                  <a:pt x="190639" y="109118"/>
                </a:lnTo>
                <a:lnTo>
                  <a:pt x="190741" y="108635"/>
                </a:lnTo>
                <a:lnTo>
                  <a:pt x="191795" y="103200"/>
                </a:lnTo>
                <a:lnTo>
                  <a:pt x="193154" y="97040"/>
                </a:lnTo>
                <a:lnTo>
                  <a:pt x="195160" y="88709"/>
                </a:lnTo>
                <a:lnTo>
                  <a:pt x="205994" y="45313"/>
                </a:lnTo>
                <a:close/>
              </a:path>
              <a:path w="518159" h="116840">
                <a:moveTo>
                  <a:pt x="209042" y="26987"/>
                </a:moveTo>
                <a:lnTo>
                  <a:pt x="206425" y="16560"/>
                </a:lnTo>
                <a:lnTo>
                  <a:pt x="205981" y="14757"/>
                </a:lnTo>
                <a:lnTo>
                  <a:pt x="202285" y="9753"/>
                </a:lnTo>
                <a:lnTo>
                  <a:pt x="171386" y="0"/>
                </a:lnTo>
                <a:lnTo>
                  <a:pt x="164642" y="0"/>
                </a:lnTo>
                <a:lnTo>
                  <a:pt x="157873" y="1193"/>
                </a:lnTo>
                <a:lnTo>
                  <a:pt x="144653" y="5854"/>
                </a:lnTo>
                <a:lnTo>
                  <a:pt x="144526" y="5854"/>
                </a:lnTo>
                <a:lnTo>
                  <a:pt x="138112" y="9525"/>
                </a:lnTo>
                <a:lnTo>
                  <a:pt x="126936" y="18872"/>
                </a:lnTo>
                <a:lnTo>
                  <a:pt x="122415" y="24701"/>
                </a:lnTo>
                <a:lnTo>
                  <a:pt x="119049" y="31635"/>
                </a:lnTo>
                <a:lnTo>
                  <a:pt x="135966" y="36322"/>
                </a:lnTo>
                <a:lnTo>
                  <a:pt x="139547" y="29959"/>
                </a:lnTo>
                <a:lnTo>
                  <a:pt x="144068" y="25082"/>
                </a:lnTo>
                <a:lnTo>
                  <a:pt x="154990" y="18262"/>
                </a:lnTo>
                <a:lnTo>
                  <a:pt x="161277" y="16560"/>
                </a:lnTo>
                <a:lnTo>
                  <a:pt x="176491" y="16560"/>
                </a:lnTo>
                <a:lnTo>
                  <a:pt x="182245" y="18872"/>
                </a:lnTo>
                <a:lnTo>
                  <a:pt x="188988" y="28155"/>
                </a:lnTo>
                <a:lnTo>
                  <a:pt x="189661" y="34531"/>
                </a:lnTo>
                <a:lnTo>
                  <a:pt x="187058" y="44907"/>
                </a:lnTo>
                <a:lnTo>
                  <a:pt x="190893" y="44907"/>
                </a:lnTo>
                <a:lnTo>
                  <a:pt x="206095" y="44907"/>
                </a:lnTo>
                <a:lnTo>
                  <a:pt x="208965" y="33401"/>
                </a:lnTo>
                <a:lnTo>
                  <a:pt x="209042" y="26987"/>
                </a:lnTo>
                <a:close/>
              </a:path>
              <a:path w="518159" h="116840">
                <a:moveTo>
                  <a:pt x="407568" y="22999"/>
                </a:moveTo>
                <a:lnTo>
                  <a:pt x="403453" y="11264"/>
                </a:lnTo>
                <a:lnTo>
                  <a:pt x="399961" y="6985"/>
                </a:lnTo>
                <a:lnTo>
                  <a:pt x="390042" y="1562"/>
                </a:lnTo>
                <a:lnTo>
                  <a:pt x="384390" y="215"/>
                </a:lnTo>
                <a:lnTo>
                  <a:pt x="369671" y="215"/>
                </a:lnTo>
                <a:lnTo>
                  <a:pt x="335076" y="24460"/>
                </a:lnTo>
                <a:lnTo>
                  <a:pt x="334645" y="24460"/>
                </a:lnTo>
                <a:lnTo>
                  <a:pt x="334505" y="16560"/>
                </a:lnTo>
                <a:lnTo>
                  <a:pt x="332016" y="10541"/>
                </a:lnTo>
                <a:lnTo>
                  <a:pt x="322351" y="2286"/>
                </a:lnTo>
                <a:lnTo>
                  <a:pt x="315988" y="215"/>
                </a:lnTo>
                <a:lnTo>
                  <a:pt x="300532" y="215"/>
                </a:lnTo>
                <a:lnTo>
                  <a:pt x="293357" y="2044"/>
                </a:lnTo>
                <a:lnTo>
                  <a:pt x="279831" y="9321"/>
                </a:lnTo>
                <a:lnTo>
                  <a:pt x="273646" y="14592"/>
                </a:lnTo>
                <a:lnTo>
                  <a:pt x="268020" y="21513"/>
                </a:lnTo>
                <a:lnTo>
                  <a:pt x="267550" y="21513"/>
                </a:lnTo>
                <a:lnTo>
                  <a:pt x="271348" y="2844"/>
                </a:lnTo>
                <a:lnTo>
                  <a:pt x="253479" y="2844"/>
                </a:lnTo>
                <a:lnTo>
                  <a:pt x="225640" y="114173"/>
                </a:lnTo>
                <a:lnTo>
                  <a:pt x="244411" y="114173"/>
                </a:lnTo>
                <a:lnTo>
                  <a:pt x="262001" y="43802"/>
                </a:lnTo>
                <a:lnTo>
                  <a:pt x="264998" y="37528"/>
                </a:lnTo>
                <a:lnTo>
                  <a:pt x="273367" y="27203"/>
                </a:lnTo>
                <a:lnTo>
                  <a:pt x="278079" y="23368"/>
                </a:lnTo>
                <a:lnTo>
                  <a:pt x="288544" y="18351"/>
                </a:lnTo>
                <a:lnTo>
                  <a:pt x="293751" y="17081"/>
                </a:lnTo>
                <a:lnTo>
                  <a:pt x="305206" y="17081"/>
                </a:lnTo>
                <a:lnTo>
                  <a:pt x="309930" y="19151"/>
                </a:lnTo>
                <a:lnTo>
                  <a:pt x="316255" y="27419"/>
                </a:lnTo>
                <a:lnTo>
                  <a:pt x="316585" y="34404"/>
                </a:lnTo>
                <a:lnTo>
                  <a:pt x="296646" y="114173"/>
                </a:lnTo>
                <a:lnTo>
                  <a:pt x="315569" y="114173"/>
                </a:lnTo>
                <a:lnTo>
                  <a:pt x="333222" y="43522"/>
                </a:lnTo>
                <a:lnTo>
                  <a:pt x="364363" y="17081"/>
                </a:lnTo>
                <a:lnTo>
                  <a:pt x="375818" y="17081"/>
                </a:lnTo>
                <a:lnTo>
                  <a:pt x="380669" y="19189"/>
                </a:lnTo>
                <a:lnTo>
                  <a:pt x="387235" y="27584"/>
                </a:lnTo>
                <a:lnTo>
                  <a:pt x="387654" y="34544"/>
                </a:lnTo>
                <a:lnTo>
                  <a:pt x="367753" y="114173"/>
                </a:lnTo>
                <a:lnTo>
                  <a:pt x="386562" y="114173"/>
                </a:lnTo>
                <a:lnTo>
                  <a:pt x="407479" y="30467"/>
                </a:lnTo>
                <a:lnTo>
                  <a:pt x="407568" y="22999"/>
                </a:lnTo>
                <a:close/>
              </a:path>
              <a:path w="518159" h="116840">
                <a:moveTo>
                  <a:pt x="518045" y="37147"/>
                </a:moveTo>
                <a:lnTo>
                  <a:pt x="517347" y="29895"/>
                </a:lnTo>
                <a:lnTo>
                  <a:pt x="515772" y="20510"/>
                </a:lnTo>
                <a:lnTo>
                  <a:pt x="513689" y="16814"/>
                </a:lnTo>
                <a:lnTo>
                  <a:pt x="511644" y="13182"/>
                </a:lnTo>
                <a:lnTo>
                  <a:pt x="504964" y="7912"/>
                </a:lnTo>
                <a:lnTo>
                  <a:pt x="499732" y="4572"/>
                </a:lnTo>
                <a:lnTo>
                  <a:pt x="499732" y="41173"/>
                </a:lnTo>
                <a:lnTo>
                  <a:pt x="499681" y="41478"/>
                </a:lnTo>
                <a:lnTo>
                  <a:pt x="498741" y="47282"/>
                </a:lnTo>
                <a:lnTo>
                  <a:pt x="434505" y="47282"/>
                </a:lnTo>
                <a:lnTo>
                  <a:pt x="462661" y="18313"/>
                </a:lnTo>
                <a:lnTo>
                  <a:pt x="468503" y="16814"/>
                </a:lnTo>
                <a:lnTo>
                  <a:pt x="480098" y="16814"/>
                </a:lnTo>
                <a:lnTo>
                  <a:pt x="484886" y="18084"/>
                </a:lnTo>
                <a:lnTo>
                  <a:pt x="492899" y="23114"/>
                </a:lnTo>
                <a:lnTo>
                  <a:pt x="495769" y="26657"/>
                </a:lnTo>
                <a:lnTo>
                  <a:pt x="497535" y="31267"/>
                </a:lnTo>
                <a:lnTo>
                  <a:pt x="499325" y="35826"/>
                </a:lnTo>
                <a:lnTo>
                  <a:pt x="499427" y="37147"/>
                </a:lnTo>
                <a:lnTo>
                  <a:pt x="499732" y="41173"/>
                </a:lnTo>
                <a:lnTo>
                  <a:pt x="499732" y="4572"/>
                </a:lnTo>
                <a:lnTo>
                  <a:pt x="499567" y="4457"/>
                </a:lnTo>
                <a:lnTo>
                  <a:pt x="493395" y="1981"/>
                </a:lnTo>
                <a:lnTo>
                  <a:pt x="486244" y="457"/>
                </a:lnTo>
                <a:lnTo>
                  <a:pt x="485775" y="457"/>
                </a:lnTo>
                <a:lnTo>
                  <a:pt x="478713" y="0"/>
                </a:lnTo>
                <a:lnTo>
                  <a:pt x="437007" y="15900"/>
                </a:lnTo>
                <a:lnTo>
                  <a:pt x="414451" y="49212"/>
                </a:lnTo>
                <a:lnTo>
                  <a:pt x="410273" y="66141"/>
                </a:lnTo>
                <a:lnTo>
                  <a:pt x="409600" y="73533"/>
                </a:lnTo>
                <a:lnTo>
                  <a:pt x="424903" y="109118"/>
                </a:lnTo>
                <a:lnTo>
                  <a:pt x="451205" y="116446"/>
                </a:lnTo>
                <a:lnTo>
                  <a:pt x="459181" y="116446"/>
                </a:lnTo>
                <a:lnTo>
                  <a:pt x="493801" y="100050"/>
                </a:lnTo>
                <a:lnTo>
                  <a:pt x="506603" y="83439"/>
                </a:lnTo>
                <a:lnTo>
                  <a:pt x="490728" y="78651"/>
                </a:lnTo>
                <a:lnTo>
                  <a:pt x="486727" y="85674"/>
                </a:lnTo>
                <a:lnTo>
                  <a:pt x="481863" y="90995"/>
                </a:lnTo>
                <a:lnTo>
                  <a:pt x="470408" y="98234"/>
                </a:lnTo>
                <a:lnTo>
                  <a:pt x="463918" y="100050"/>
                </a:lnTo>
                <a:lnTo>
                  <a:pt x="449376" y="100050"/>
                </a:lnTo>
                <a:lnTo>
                  <a:pt x="443191" y="98234"/>
                </a:lnTo>
                <a:lnTo>
                  <a:pt x="443344" y="98234"/>
                </a:lnTo>
                <a:lnTo>
                  <a:pt x="438861" y="94830"/>
                </a:lnTo>
                <a:lnTo>
                  <a:pt x="434327" y="91313"/>
                </a:lnTo>
                <a:lnTo>
                  <a:pt x="431457" y="86360"/>
                </a:lnTo>
                <a:lnTo>
                  <a:pt x="430225" y="79959"/>
                </a:lnTo>
                <a:lnTo>
                  <a:pt x="429031" y="73533"/>
                </a:lnTo>
                <a:lnTo>
                  <a:pt x="429602" y="66141"/>
                </a:lnTo>
                <a:lnTo>
                  <a:pt x="429653" y="65976"/>
                </a:lnTo>
                <a:lnTo>
                  <a:pt x="430872" y="61620"/>
                </a:lnTo>
                <a:lnTo>
                  <a:pt x="513981" y="61620"/>
                </a:lnTo>
                <a:lnTo>
                  <a:pt x="516369" y="53022"/>
                </a:lnTo>
                <a:lnTo>
                  <a:pt x="516470" y="52349"/>
                </a:lnTo>
                <a:lnTo>
                  <a:pt x="517715" y="44856"/>
                </a:lnTo>
                <a:lnTo>
                  <a:pt x="518045" y="37147"/>
                </a:lnTo>
                <a:close/>
              </a:path>
            </a:pathLst>
          </a:custGeom>
          <a:solidFill>
            <a:srgbClr val="DFA06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187202" y="8613734"/>
            <a:ext cx="426161" cy="11659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676931" y="8567297"/>
            <a:ext cx="3495420" cy="206306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238334" y="8567244"/>
            <a:ext cx="903521" cy="1630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1541</Words>
  <Application>Microsoft Office PowerPoint</Application>
  <PresentationFormat>Custom</PresentationFormat>
  <Paragraphs>302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</vt:lpstr>
      <vt:lpstr>Arial Black</vt:lpstr>
      <vt:lpstr>Calibri</vt:lpstr>
      <vt:lpstr>Lucida Sans Unicode</vt:lpstr>
      <vt:lpstr>Roboto Cn</vt:lpstr>
      <vt:lpstr>Sitka Heading</vt:lpstr>
      <vt:lpstr>Tahoma</vt:lpstr>
      <vt:lpstr>Times New Roman</vt:lpstr>
      <vt:lpstr>Trebuchet MS</vt:lpstr>
      <vt:lpstr>Verdana</vt:lpstr>
      <vt:lpstr>Office Theme</vt:lpstr>
      <vt:lpstr>IMDB Movies</vt:lpstr>
      <vt:lpstr>project_movie_database — two related 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Eight building blocks, thirteen questions answered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supratik chattopadhyay</dc:creator>
  <cp:lastModifiedBy>supratik chattopadhyay</cp:lastModifiedBy>
  <cp:revision>6</cp:revision>
  <dcterms:created xsi:type="dcterms:W3CDTF">2026-06-21T22:34:55Z</dcterms:created>
  <dcterms:modified xsi:type="dcterms:W3CDTF">2026-06-22T15:42:36Z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2026-06-21T00:00:00Z</vt:filetime>
  </property>
  <property fmtid="{D5CDD505-2E9C-101B-9397-08002B2CF9AE}" pid="4" name="Producer">
    <vt:lpwstr>Skia/PDF m136</vt:lpwstr>
  </property>
  <property fmtid="{D5CDD505-2E9C-101B-9397-08002B2CF9AE}" pid="5" name="LastSaved">
    <vt:filetime>2026-06-21T00:00:00Z</vt:filetime>
  </property>
</Properties>
</file>